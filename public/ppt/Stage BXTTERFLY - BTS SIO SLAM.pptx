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Quattrocento Sans" charset="-122" pitchFamily="34"/>
      <p:regular r:id="rId15"/>
    </p:embeddedFont>
    <p:embeddedFont>
      <p:font typeface="Liter" charset="-122" pitchFamily="34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c612d59121baad9e031fa88c02801edef665cc0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0000"/>
                </a:srgbClr>
              </a:gs>
              <a:gs pos="50000">
                <a:srgbClr val="16213E">
                  <a:alpha val="85000"/>
                </a:srgbClr>
              </a:gs>
              <a:gs pos="100000">
                <a:srgbClr val="0F346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623888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1562100" h="428625">
                <a:moveTo>
                  <a:pt x="76201" y="0"/>
                </a:moveTo>
                <a:lnTo>
                  <a:pt x="1485899" y="0"/>
                </a:lnTo>
                <a:cubicBezTo>
                  <a:pt x="1527984" y="0"/>
                  <a:pt x="1562100" y="34116"/>
                  <a:pt x="1562100" y="76201"/>
                </a:cubicBezTo>
                <a:lnTo>
                  <a:pt x="1562100" y="352424"/>
                </a:lnTo>
                <a:cubicBezTo>
                  <a:pt x="1562100" y="394509"/>
                  <a:pt x="1527984" y="428625"/>
                  <a:pt x="14858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 w="12700">
            <a:solidFill>
              <a:srgbClr val="E94560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742950"/>
            <a:ext cx="1257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BTS SIO SLAM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90675"/>
            <a:ext cx="1188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BXTTERFLY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1146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1447800" y="2962275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de 1ère année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3690937"/>
            <a:ext cx="4105275" cy="1114425"/>
          </a:xfrm>
          <a:custGeom>
            <a:avLst/>
            <a:gdLst/>
            <a:ahLst/>
            <a:cxnLst/>
            <a:rect l="l" t="t" r="r" b="b"/>
            <a:pathLst>
              <a:path w="4105275" h="1114425">
                <a:moveTo>
                  <a:pt x="114295" y="0"/>
                </a:moveTo>
                <a:lnTo>
                  <a:pt x="3990980" y="0"/>
                </a:lnTo>
                <a:cubicBezTo>
                  <a:pt x="4054061" y="0"/>
                  <a:pt x="4105275" y="51214"/>
                  <a:pt x="4105275" y="114295"/>
                </a:cubicBezTo>
                <a:lnTo>
                  <a:pt x="4105275" y="1000130"/>
                </a:lnTo>
                <a:cubicBezTo>
                  <a:pt x="4105275" y="1063211"/>
                  <a:pt x="4054061" y="1114425"/>
                  <a:pt x="39909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1988" y="4076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1057275" y="39243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Période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57275" y="419100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 - Juin 2025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05363" y="3690937"/>
            <a:ext cx="4105275" cy="1114425"/>
          </a:xfrm>
          <a:custGeom>
            <a:avLst/>
            <a:gdLst/>
            <a:ahLst/>
            <a:cxnLst/>
            <a:rect l="l" t="t" r="r" b="b"/>
            <a:pathLst>
              <a:path w="4105275" h="1114425">
                <a:moveTo>
                  <a:pt x="114295" y="0"/>
                </a:moveTo>
                <a:lnTo>
                  <a:pt x="3990980" y="0"/>
                </a:lnTo>
                <a:cubicBezTo>
                  <a:pt x="4054061" y="0"/>
                  <a:pt x="4105275" y="51214"/>
                  <a:pt x="4105275" y="114295"/>
                </a:cubicBezTo>
                <a:lnTo>
                  <a:pt x="4105275" y="1000130"/>
                </a:lnTo>
                <a:cubicBezTo>
                  <a:pt x="4105275" y="1063211"/>
                  <a:pt x="4054061" y="1114425"/>
                  <a:pt x="39909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3013" y="4076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Text 12"/>
          <p:cNvSpPr/>
          <p:nvPr/>
        </p:nvSpPr>
        <p:spPr>
          <a:xfrm>
            <a:off x="5476875" y="39243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76875" y="419100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Développeur Web Front-end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5763" y="5119688"/>
            <a:ext cx="4105275" cy="1114425"/>
          </a:xfrm>
          <a:custGeom>
            <a:avLst/>
            <a:gdLst/>
            <a:ahLst/>
            <a:cxnLst/>
            <a:rect l="l" t="t" r="r" b="b"/>
            <a:pathLst>
              <a:path w="4105275" h="1114425">
                <a:moveTo>
                  <a:pt x="114295" y="0"/>
                </a:moveTo>
                <a:lnTo>
                  <a:pt x="3990980" y="0"/>
                </a:lnTo>
                <a:cubicBezTo>
                  <a:pt x="4054061" y="0"/>
                  <a:pt x="4105275" y="51214"/>
                  <a:pt x="4105275" y="114295"/>
                </a:cubicBezTo>
                <a:lnTo>
                  <a:pt x="4105275" y="1000130"/>
                </a:lnTo>
                <a:cubicBezTo>
                  <a:pt x="4105275" y="1063211"/>
                  <a:pt x="4054061" y="1114425"/>
                  <a:pt x="39909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1988" y="5505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9" name="Text 16"/>
          <p:cNvSpPr/>
          <p:nvPr/>
        </p:nvSpPr>
        <p:spPr>
          <a:xfrm>
            <a:off x="1057275" y="535305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Tuteur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7275" y="561975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Mohamed BEN MANSOUR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05363" y="5119688"/>
            <a:ext cx="4105275" cy="1114425"/>
          </a:xfrm>
          <a:custGeom>
            <a:avLst/>
            <a:gdLst/>
            <a:ahLst/>
            <a:cxnLst/>
            <a:rect l="l" t="t" r="r" b="b"/>
            <a:pathLst>
              <a:path w="4105275" h="1114425">
                <a:moveTo>
                  <a:pt x="114295" y="0"/>
                </a:moveTo>
                <a:lnTo>
                  <a:pt x="3990980" y="0"/>
                </a:lnTo>
                <a:cubicBezTo>
                  <a:pt x="4054061" y="0"/>
                  <a:pt x="4105275" y="51214"/>
                  <a:pt x="4105275" y="114295"/>
                </a:cubicBezTo>
                <a:lnTo>
                  <a:pt x="4105275" y="1000130"/>
                </a:lnTo>
                <a:cubicBezTo>
                  <a:pt x="4105275" y="1063211"/>
                  <a:pt x="4054061" y="1114425"/>
                  <a:pt x="39909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81588" y="5505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35719"/>
                </a:moveTo>
                <a:cubicBezTo>
                  <a:pt x="71438" y="19958"/>
                  <a:pt x="84252" y="7144"/>
                  <a:pt x="100013" y="7144"/>
                </a:cubicBezTo>
                <a:cubicBezTo>
                  <a:pt x="115773" y="7144"/>
                  <a:pt x="128588" y="19958"/>
                  <a:pt x="128588" y="35719"/>
                </a:cubicBezTo>
                <a:lnTo>
                  <a:pt x="128588" y="57150"/>
                </a:lnTo>
                <a:lnTo>
                  <a:pt x="71438" y="57150"/>
                </a:lnTo>
                <a:lnTo>
                  <a:pt x="71438" y="35719"/>
                </a:lnTo>
                <a:close/>
                <a:moveTo>
                  <a:pt x="50006" y="57150"/>
                </a:moveTo>
                <a:lnTo>
                  <a:pt x="21431" y="57150"/>
                </a:lnTo>
                <a:cubicBezTo>
                  <a:pt x="9599" y="57150"/>
                  <a:pt x="0" y="66749"/>
                  <a:pt x="0" y="78581"/>
                </a:cubicBezTo>
                <a:lnTo>
                  <a:pt x="0" y="171450"/>
                </a:lnTo>
                <a:cubicBezTo>
                  <a:pt x="0" y="195114"/>
                  <a:pt x="19199" y="214313"/>
                  <a:pt x="42863" y="214313"/>
                </a:cubicBezTo>
                <a:lnTo>
                  <a:pt x="157163" y="214313"/>
                </a:lnTo>
                <a:cubicBezTo>
                  <a:pt x="180826" y="214313"/>
                  <a:pt x="200025" y="195114"/>
                  <a:pt x="200025" y="171450"/>
                </a:cubicBezTo>
                <a:lnTo>
                  <a:pt x="200025" y="78581"/>
                </a:lnTo>
                <a:cubicBezTo>
                  <a:pt x="200025" y="66749"/>
                  <a:pt x="190426" y="57150"/>
                  <a:pt x="178594" y="57150"/>
                </a:cubicBezTo>
                <a:lnTo>
                  <a:pt x="150019" y="57150"/>
                </a:lnTo>
                <a:lnTo>
                  <a:pt x="150019" y="35719"/>
                </a:lnTo>
                <a:cubicBezTo>
                  <a:pt x="150019" y="8081"/>
                  <a:pt x="127650" y="-14287"/>
                  <a:pt x="100013" y="-14287"/>
                </a:cubicBezTo>
                <a:cubicBezTo>
                  <a:pt x="72375" y="-14287"/>
                  <a:pt x="50006" y="8081"/>
                  <a:pt x="50006" y="35719"/>
                </a:cubicBezTo>
                <a:lnTo>
                  <a:pt x="50006" y="57150"/>
                </a:lnTo>
                <a:close/>
                <a:moveTo>
                  <a:pt x="60722" y="78581"/>
                </a:moveTo>
                <a:cubicBezTo>
                  <a:pt x="66636" y="78581"/>
                  <a:pt x="71438" y="83383"/>
                  <a:pt x="71438" y="89297"/>
                </a:cubicBezTo>
                <a:cubicBezTo>
                  <a:pt x="71438" y="95211"/>
                  <a:pt x="66636" y="100013"/>
                  <a:pt x="60722" y="100013"/>
                </a:cubicBezTo>
                <a:cubicBezTo>
                  <a:pt x="54808" y="100013"/>
                  <a:pt x="50006" y="95211"/>
                  <a:pt x="50006" y="89297"/>
                </a:cubicBezTo>
                <a:cubicBezTo>
                  <a:pt x="50006" y="83383"/>
                  <a:pt x="54808" y="78581"/>
                  <a:pt x="60722" y="78581"/>
                </a:cubicBezTo>
                <a:close/>
                <a:moveTo>
                  <a:pt x="128588" y="89297"/>
                </a:moveTo>
                <a:cubicBezTo>
                  <a:pt x="128588" y="83383"/>
                  <a:pt x="133389" y="78581"/>
                  <a:pt x="139303" y="78581"/>
                </a:cubicBezTo>
                <a:cubicBezTo>
                  <a:pt x="145217" y="78581"/>
                  <a:pt x="150019" y="83383"/>
                  <a:pt x="150019" y="89297"/>
                </a:cubicBezTo>
                <a:cubicBezTo>
                  <a:pt x="150019" y="95211"/>
                  <a:pt x="145217" y="100013"/>
                  <a:pt x="139303" y="100013"/>
                </a:cubicBezTo>
                <a:cubicBezTo>
                  <a:pt x="133389" y="100013"/>
                  <a:pt x="128588" y="95211"/>
                  <a:pt x="128588" y="8929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3" name="Text 20"/>
          <p:cNvSpPr/>
          <p:nvPr/>
        </p:nvSpPr>
        <p:spPr>
          <a:xfrm>
            <a:off x="5476875" y="53530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Secteur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76875" y="56197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Mode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PRÉSENTATION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L'entreprise &amp; le stage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581650" cy="1675684"/>
          </a:xfrm>
          <a:custGeom>
            <a:avLst/>
            <a:gdLst/>
            <a:ahLst/>
            <a:cxnLst/>
            <a:rect l="l" t="t" r="r" b="b"/>
            <a:pathLst>
              <a:path w="5581650" h="1675684">
                <a:moveTo>
                  <a:pt x="38100" y="0"/>
                </a:moveTo>
                <a:lnTo>
                  <a:pt x="5467349" y="0"/>
                </a:lnTo>
                <a:cubicBezTo>
                  <a:pt x="5530476" y="0"/>
                  <a:pt x="5581650" y="54234"/>
                  <a:pt x="5581650" y="121135"/>
                </a:cubicBezTo>
                <a:lnTo>
                  <a:pt x="5581650" y="1554548"/>
                </a:lnTo>
                <a:cubicBezTo>
                  <a:pt x="5581650" y="1621450"/>
                  <a:pt x="5530476" y="1675684"/>
                  <a:pt x="5467349" y="1675684"/>
                </a:cubicBezTo>
                <a:lnTo>
                  <a:pt x="38100" y="1675684"/>
                </a:lnTo>
                <a:cubicBezTo>
                  <a:pt x="17058" y="1675684"/>
                  <a:pt x="0" y="1657606"/>
                  <a:pt x="0" y="1635306"/>
                </a:cubicBezTo>
                <a:lnTo>
                  <a:pt x="0" y="40378"/>
                </a:lnTo>
                <a:cubicBezTo>
                  <a:pt x="0" y="18093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8675" y="1752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16002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BXTTERFLY, </a:t>
            </a:r>
            <a:pPr>
              <a:lnSpc>
                <a:spcPct val="11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Saint-Ouen, France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047374"/>
            <a:ext cx="4495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Siren : 980798334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Entreprise spécialisée dans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vente en ligne de vêtements tendance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Plateforme e-commerce innovante proposant une expérience d'achat moderne et élégante.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0" y="1371600"/>
            <a:ext cx="5581650" cy="1675684"/>
          </a:xfrm>
          <a:custGeom>
            <a:avLst/>
            <a:gdLst/>
            <a:ahLst/>
            <a:cxnLst/>
            <a:rect l="l" t="t" r="r" b="b"/>
            <a:pathLst>
              <a:path w="5581650" h="1675684">
                <a:moveTo>
                  <a:pt x="38100" y="0"/>
                </a:moveTo>
                <a:lnTo>
                  <a:pt x="5467349" y="0"/>
                </a:lnTo>
                <a:cubicBezTo>
                  <a:pt x="5530476" y="0"/>
                  <a:pt x="5581650" y="54234"/>
                  <a:pt x="5581650" y="121135"/>
                </a:cubicBezTo>
                <a:lnTo>
                  <a:pt x="5581650" y="1554548"/>
                </a:lnTo>
                <a:cubicBezTo>
                  <a:pt x="5581650" y="1621450"/>
                  <a:pt x="5530476" y="1675684"/>
                  <a:pt x="5467349" y="1675684"/>
                </a:cubicBezTo>
                <a:lnTo>
                  <a:pt x="38100" y="1675684"/>
                </a:lnTo>
                <a:cubicBezTo>
                  <a:pt x="17058" y="1675684"/>
                  <a:pt x="0" y="1657606"/>
                  <a:pt x="0" y="1635306"/>
                </a:cubicBezTo>
                <a:lnTo>
                  <a:pt x="0" y="40378"/>
                </a:lnTo>
                <a:cubicBezTo>
                  <a:pt x="0" y="18093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0300" y="13716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795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81775" y="1752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143750" y="16002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43750" y="1981200"/>
            <a:ext cx="4495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Développeur Web Front-end (stagiaire)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Responsable de la conception et du développement de l'interface utilisateur du site e-commerce.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5696" y="3273508"/>
            <a:ext cx="3596809" cy="894981"/>
          </a:xfrm>
          <a:custGeom>
            <a:avLst/>
            <a:gdLst/>
            <a:ahLst/>
            <a:cxnLst/>
            <a:rect l="l" t="t" r="r" b="b"/>
            <a:pathLst>
              <a:path w="3596809" h="894981">
                <a:moveTo>
                  <a:pt x="135088" y="0"/>
                </a:moveTo>
                <a:lnTo>
                  <a:pt x="3461720" y="0"/>
                </a:lnTo>
                <a:cubicBezTo>
                  <a:pt x="3536328" y="0"/>
                  <a:pt x="3596809" y="60481"/>
                  <a:pt x="3596809" y="135088"/>
                </a:cubicBezTo>
                <a:lnTo>
                  <a:pt x="3596809" y="759892"/>
                </a:lnTo>
                <a:cubicBezTo>
                  <a:pt x="3596809" y="834499"/>
                  <a:pt x="3536328" y="894981"/>
                  <a:pt x="3461720" y="894981"/>
                </a:cubicBezTo>
                <a:lnTo>
                  <a:pt x="135088" y="894981"/>
                </a:lnTo>
                <a:cubicBezTo>
                  <a:pt x="60481" y="894981"/>
                  <a:pt x="0" y="834499"/>
                  <a:pt x="0" y="759892"/>
                </a:cubicBezTo>
                <a:lnTo>
                  <a:pt x="0" y="135088"/>
                </a:lnTo>
                <a:cubicBezTo>
                  <a:pt x="0" y="60481"/>
                  <a:pt x="60481" y="0"/>
                  <a:pt x="135088" y="0"/>
                </a:cubicBezTo>
                <a:close/>
              </a:path>
            </a:pathLst>
          </a:custGeom>
          <a:solidFill>
            <a:srgbClr val="16213E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211080" dist="168864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9017" y="3594351"/>
            <a:ext cx="221634" cy="253296"/>
          </a:xfrm>
          <a:custGeom>
            <a:avLst/>
            <a:gdLst/>
            <a:ahLst/>
            <a:cxnLst/>
            <a:rect l="l" t="t" r="r" b="b"/>
            <a:pathLst>
              <a:path w="221634" h="253296">
                <a:moveTo>
                  <a:pt x="110817" y="122690"/>
                </a:moveTo>
                <a:cubicBezTo>
                  <a:pt x="78052" y="122690"/>
                  <a:pt x="51451" y="96089"/>
                  <a:pt x="51451" y="63324"/>
                </a:cubicBezTo>
                <a:cubicBezTo>
                  <a:pt x="51451" y="30559"/>
                  <a:pt x="78052" y="3958"/>
                  <a:pt x="110817" y="3958"/>
                </a:cubicBezTo>
                <a:cubicBezTo>
                  <a:pt x="143582" y="3958"/>
                  <a:pt x="170184" y="30559"/>
                  <a:pt x="170184" y="63324"/>
                </a:cubicBezTo>
                <a:cubicBezTo>
                  <a:pt x="170184" y="96089"/>
                  <a:pt x="143582" y="122690"/>
                  <a:pt x="110817" y="122690"/>
                </a:cubicBezTo>
                <a:close/>
                <a:moveTo>
                  <a:pt x="95728" y="150395"/>
                </a:moveTo>
                <a:lnTo>
                  <a:pt x="125906" y="150395"/>
                </a:lnTo>
                <a:cubicBezTo>
                  <a:pt x="130705" y="150395"/>
                  <a:pt x="134564" y="154254"/>
                  <a:pt x="134564" y="159052"/>
                </a:cubicBezTo>
                <a:cubicBezTo>
                  <a:pt x="134564" y="161130"/>
                  <a:pt x="133822" y="163109"/>
                  <a:pt x="132486" y="164692"/>
                </a:cubicBezTo>
                <a:lnTo>
                  <a:pt x="118931" y="180523"/>
                </a:lnTo>
                <a:lnTo>
                  <a:pt x="134267" y="237465"/>
                </a:lnTo>
                <a:lnTo>
                  <a:pt x="134564" y="237465"/>
                </a:lnTo>
                <a:lnTo>
                  <a:pt x="151681" y="168947"/>
                </a:lnTo>
                <a:cubicBezTo>
                  <a:pt x="152769" y="164643"/>
                  <a:pt x="157172" y="162021"/>
                  <a:pt x="161328" y="163604"/>
                </a:cubicBezTo>
                <a:cubicBezTo>
                  <a:pt x="191951" y="175279"/>
                  <a:pt x="213719" y="204962"/>
                  <a:pt x="213719" y="239692"/>
                </a:cubicBezTo>
                <a:cubicBezTo>
                  <a:pt x="213719" y="247162"/>
                  <a:pt x="207634" y="253247"/>
                  <a:pt x="200164" y="253247"/>
                </a:cubicBezTo>
                <a:lnTo>
                  <a:pt x="21471" y="253296"/>
                </a:lnTo>
                <a:cubicBezTo>
                  <a:pt x="14001" y="253296"/>
                  <a:pt x="7916" y="247211"/>
                  <a:pt x="7916" y="239741"/>
                </a:cubicBezTo>
                <a:cubicBezTo>
                  <a:pt x="7916" y="205012"/>
                  <a:pt x="29683" y="175329"/>
                  <a:pt x="60306" y="163653"/>
                </a:cubicBezTo>
                <a:cubicBezTo>
                  <a:pt x="64462" y="162070"/>
                  <a:pt x="68865" y="164692"/>
                  <a:pt x="69953" y="168996"/>
                </a:cubicBezTo>
                <a:lnTo>
                  <a:pt x="87071" y="237515"/>
                </a:lnTo>
                <a:lnTo>
                  <a:pt x="87367" y="237515"/>
                </a:lnTo>
                <a:lnTo>
                  <a:pt x="102704" y="180573"/>
                </a:lnTo>
                <a:lnTo>
                  <a:pt x="89148" y="164742"/>
                </a:lnTo>
                <a:cubicBezTo>
                  <a:pt x="87813" y="163159"/>
                  <a:pt x="87071" y="161180"/>
                  <a:pt x="87071" y="159102"/>
                </a:cubicBezTo>
                <a:cubicBezTo>
                  <a:pt x="87071" y="154303"/>
                  <a:pt x="90929" y="150444"/>
                  <a:pt x="95728" y="150444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5201125" y="3484589"/>
            <a:ext cx="2389429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Tuteur de stage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01125" y="3687226"/>
            <a:ext cx="2423202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Mohamed BEN MANSOUR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18731" y="4447115"/>
            <a:ext cx="33773" cy="405274"/>
          </a:xfrm>
          <a:custGeom>
            <a:avLst/>
            <a:gdLst/>
            <a:ahLst/>
            <a:cxnLst/>
            <a:rect l="l" t="t" r="r" b="b"/>
            <a:pathLst>
              <a:path w="33773" h="405274">
                <a:moveTo>
                  <a:pt x="0" y="0"/>
                </a:moveTo>
                <a:lnTo>
                  <a:pt x="33773" y="0"/>
                </a:lnTo>
                <a:lnTo>
                  <a:pt x="33773" y="405274"/>
                </a:lnTo>
                <a:lnTo>
                  <a:pt x="0" y="405274"/>
                </a:lnTo>
                <a:lnTo>
                  <a:pt x="0" y="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7264" y="5131015"/>
            <a:ext cx="3056443" cy="1131391"/>
          </a:xfrm>
          <a:custGeom>
            <a:avLst/>
            <a:gdLst/>
            <a:ahLst/>
            <a:cxnLst/>
            <a:rect l="l" t="t" r="r" b="b"/>
            <a:pathLst>
              <a:path w="3056443" h="1131391">
                <a:moveTo>
                  <a:pt x="135088" y="0"/>
                </a:moveTo>
                <a:lnTo>
                  <a:pt x="2921355" y="0"/>
                </a:lnTo>
                <a:cubicBezTo>
                  <a:pt x="2995962" y="0"/>
                  <a:pt x="3056443" y="60481"/>
                  <a:pt x="3056443" y="135088"/>
                </a:cubicBezTo>
                <a:lnTo>
                  <a:pt x="3056443" y="996303"/>
                </a:lnTo>
                <a:cubicBezTo>
                  <a:pt x="3056443" y="1070910"/>
                  <a:pt x="2995962" y="1131391"/>
                  <a:pt x="2921355" y="1131391"/>
                </a:cubicBezTo>
                <a:lnTo>
                  <a:pt x="135088" y="1131391"/>
                </a:lnTo>
                <a:cubicBezTo>
                  <a:pt x="60481" y="1131391"/>
                  <a:pt x="0" y="1070910"/>
                  <a:pt x="0" y="996303"/>
                </a:cubicBezTo>
                <a:lnTo>
                  <a:pt x="0" y="135088"/>
                </a:lnTo>
                <a:cubicBezTo>
                  <a:pt x="0" y="60531"/>
                  <a:pt x="60531" y="0"/>
                  <a:pt x="135088" y="0"/>
                </a:cubicBezTo>
                <a:close/>
              </a:path>
            </a:pathLst>
          </a:custGeom>
          <a:solidFill>
            <a:srgbClr val="0F3460"/>
          </a:solidFill>
          <a:ln w="25400">
            <a:solidFill>
              <a:srgbClr val="FFFFFF">
                <a:alpha val="30196"/>
              </a:srgbClr>
            </a:solidFill>
            <a:prstDash val="solid"/>
          </a:ln>
          <a:effectLst>
            <a:outerShdw sx="100000" sy="100000" kx="0" ky="0" algn="bl" rotWithShape="0" blurRad="211080" dist="168864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3092" y="5570063"/>
            <a:ext cx="316620" cy="253296"/>
          </a:xfrm>
          <a:custGeom>
            <a:avLst/>
            <a:gdLst/>
            <a:ahLst/>
            <a:cxnLst/>
            <a:rect l="l" t="t" r="r" b="b"/>
            <a:pathLst>
              <a:path w="316620" h="253296">
                <a:moveTo>
                  <a:pt x="31662" y="47493"/>
                </a:moveTo>
                <a:cubicBezTo>
                  <a:pt x="31662" y="30029"/>
                  <a:pt x="45861" y="15831"/>
                  <a:pt x="63324" y="15831"/>
                </a:cubicBezTo>
                <a:lnTo>
                  <a:pt x="253296" y="15831"/>
                </a:lnTo>
                <a:cubicBezTo>
                  <a:pt x="270760" y="15831"/>
                  <a:pt x="284958" y="30029"/>
                  <a:pt x="284958" y="47493"/>
                </a:cubicBezTo>
                <a:lnTo>
                  <a:pt x="284958" y="166226"/>
                </a:lnTo>
                <a:lnTo>
                  <a:pt x="253296" y="166226"/>
                </a:lnTo>
                <a:lnTo>
                  <a:pt x="253296" y="47493"/>
                </a:lnTo>
                <a:lnTo>
                  <a:pt x="63324" y="47493"/>
                </a:lnTo>
                <a:lnTo>
                  <a:pt x="63324" y="166226"/>
                </a:lnTo>
                <a:lnTo>
                  <a:pt x="31662" y="166226"/>
                </a:lnTo>
                <a:lnTo>
                  <a:pt x="31662" y="47493"/>
                </a:lnTo>
                <a:close/>
                <a:moveTo>
                  <a:pt x="0" y="199471"/>
                </a:moveTo>
                <a:cubicBezTo>
                  <a:pt x="0" y="194227"/>
                  <a:pt x="4255" y="189972"/>
                  <a:pt x="9499" y="189972"/>
                </a:cubicBezTo>
                <a:lnTo>
                  <a:pt x="307122" y="189972"/>
                </a:lnTo>
                <a:cubicBezTo>
                  <a:pt x="312366" y="189972"/>
                  <a:pt x="316620" y="194227"/>
                  <a:pt x="316620" y="199471"/>
                </a:cubicBezTo>
                <a:cubicBezTo>
                  <a:pt x="316620" y="220447"/>
                  <a:pt x="299602" y="237465"/>
                  <a:pt x="278626" y="237465"/>
                </a:cubicBezTo>
                <a:lnTo>
                  <a:pt x="37994" y="237465"/>
                </a:lnTo>
                <a:cubicBezTo>
                  <a:pt x="17018" y="237465"/>
                  <a:pt x="0" y="220447"/>
                  <a:pt x="0" y="199471"/>
                </a:cubicBezTo>
                <a:close/>
                <a:moveTo>
                  <a:pt x="139016" y="103396"/>
                </a:moveTo>
                <a:lnTo>
                  <a:pt x="123680" y="118733"/>
                </a:lnTo>
                <a:lnTo>
                  <a:pt x="139016" y="134069"/>
                </a:lnTo>
                <a:cubicBezTo>
                  <a:pt x="143667" y="138719"/>
                  <a:pt x="143667" y="146239"/>
                  <a:pt x="139016" y="150840"/>
                </a:cubicBezTo>
                <a:cubicBezTo>
                  <a:pt x="134366" y="155441"/>
                  <a:pt x="126846" y="155490"/>
                  <a:pt x="122245" y="150840"/>
                </a:cubicBezTo>
                <a:lnTo>
                  <a:pt x="98499" y="127093"/>
                </a:lnTo>
                <a:cubicBezTo>
                  <a:pt x="93848" y="122443"/>
                  <a:pt x="93848" y="114923"/>
                  <a:pt x="98499" y="110322"/>
                </a:cubicBezTo>
                <a:lnTo>
                  <a:pt x="122245" y="86576"/>
                </a:lnTo>
                <a:cubicBezTo>
                  <a:pt x="126896" y="81926"/>
                  <a:pt x="134415" y="81926"/>
                  <a:pt x="139016" y="86576"/>
                </a:cubicBezTo>
                <a:cubicBezTo>
                  <a:pt x="143617" y="91226"/>
                  <a:pt x="143667" y="98746"/>
                  <a:pt x="139016" y="103347"/>
                </a:cubicBezTo>
                <a:close/>
                <a:moveTo>
                  <a:pt x="194425" y="86576"/>
                </a:moveTo>
                <a:lnTo>
                  <a:pt x="218171" y="110322"/>
                </a:lnTo>
                <a:cubicBezTo>
                  <a:pt x="222822" y="114973"/>
                  <a:pt x="222822" y="122493"/>
                  <a:pt x="218171" y="127093"/>
                </a:cubicBezTo>
                <a:lnTo>
                  <a:pt x="194425" y="150840"/>
                </a:lnTo>
                <a:cubicBezTo>
                  <a:pt x="189774" y="155490"/>
                  <a:pt x="182255" y="155490"/>
                  <a:pt x="177654" y="150840"/>
                </a:cubicBezTo>
                <a:cubicBezTo>
                  <a:pt x="173053" y="146190"/>
                  <a:pt x="173003" y="138670"/>
                  <a:pt x="177654" y="134069"/>
                </a:cubicBezTo>
                <a:lnTo>
                  <a:pt x="192990" y="118733"/>
                </a:lnTo>
                <a:lnTo>
                  <a:pt x="177654" y="103396"/>
                </a:lnTo>
                <a:cubicBezTo>
                  <a:pt x="173003" y="98746"/>
                  <a:pt x="173003" y="91226"/>
                  <a:pt x="177654" y="86625"/>
                </a:cubicBezTo>
                <a:cubicBezTo>
                  <a:pt x="182304" y="82024"/>
                  <a:pt x="189824" y="81975"/>
                  <a:pt x="194425" y="86625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5472693" y="5342096"/>
            <a:ext cx="184906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Stagiaire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72693" y="5544733"/>
            <a:ext cx="1882837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Alexandre KEOLASY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72693" y="5848689"/>
            <a:ext cx="184906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Développeur Web Front-end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&amp; Mission principale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90650"/>
            <a:ext cx="3686175" cy="3829050"/>
          </a:xfrm>
          <a:custGeom>
            <a:avLst/>
            <a:gdLst/>
            <a:ahLst/>
            <a:cxnLst/>
            <a:rect l="l" t="t" r="r" b="b"/>
            <a:pathLst>
              <a:path w="3686175" h="38290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714742"/>
                </a:lnTo>
                <a:cubicBezTo>
                  <a:pt x="3686175" y="3777872"/>
                  <a:pt x="3634997" y="3829050"/>
                  <a:pt x="3571867" y="3829050"/>
                </a:cubicBezTo>
                <a:lnTo>
                  <a:pt x="114308" y="3829050"/>
                </a:lnTo>
                <a:cubicBezTo>
                  <a:pt x="51178" y="3829050"/>
                  <a:pt x="0" y="3777872"/>
                  <a:pt x="0" y="3714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2324100"/>
            <a:ext cx="3343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Projet de Refonte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743200"/>
            <a:ext cx="330517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BXTTERFLY a initié un projet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refonte complète de sa plateforme e-commerce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moderniser son image et améliorer l'expérience client.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4475" y="1390650"/>
            <a:ext cx="3686175" cy="3829050"/>
          </a:xfrm>
          <a:custGeom>
            <a:avLst/>
            <a:gdLst/>
            <a:ahLst/>
            <a:cxnLst/>
            <a:rect l="l" t="t" r="r" b="b"/>
            <a:pathLst>
              <a:path w="3686175" h="38290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714742"/>
                </a:lnTo>
                <a:cubicBezTo>
                  <a:pt x="3686175" y="3777872"/>
                  <a:pt x="3634997" y="3829050"/>
                  <a:pt x="3571867" y="3829050"/>
                </a:cubicBezTo>
                <a:lnTo>
                  <a:pt x="114308" y="3829050"/>
                </a:lnTo>
                <a:cubicBezTo>
                  <a:pt x="51178" y="3829050"/>
                  <a:pt x="0" y="3777872"/>
                  <a:pt x="0" y="3714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4254475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3075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35475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3075" y="2324100"/>
            <a:ext cx="3343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Objectifs Clés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3075" y="2743200"/>
            <a:ext cx="330517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Améliorer l'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expérience utilisateur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les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performances techniques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 site pour augmenter la conversion et la satisfaction client.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7950" y="1390650"/>
            <a:ext cx="3686175" cy="3829050"/>
          </a:xfrm>
          <a:custGeom>
            <a:avLst/>
            <a:gdLst/>
            <a:ahLst/>
            <a:cxnLst/>
            <a:rect l="l" t="t" r="r" b="b"/>
            <a:pathLst>
              <a:path w="3686175" h="382905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714742"/>
                </a:lnTo>
                <a:cubicBezTo>
                  <a:pt x="3686175" y="3777872"/>
                  <a:pt x="3634997" y="3829050"/>
                  <a:pt x="3571867" y="3829050"/>
                </a:cubicBezTo>
                <a:lnTo>
                  <a:pt x="114308" y="3829050"/>
                </a:lnTo>
                <a:cubicBezTo>
                  <a:pt x="51178" y="3829050"/>
                  <a:pt x="0" y="3777872"/>
                  <a:pt x="0" y="3714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795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Shape 16"/>
          <p:cNvSpPr/>
          <p:nvPr/>
        </p:nvSpPr>
        <p:spPr>
          <a:xfrm>
            <a:off x="835655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0895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6550" y="2324100"/>
            <a:ext cx="3343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 Mission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6550" y="2743200"/>
            <a:ext cx="3305175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Concevoir et développer l'interface utilisateur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 site e-commerce BXTTERFLY avec un focus sur l'UX et le design responsive.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5410200"/>
            <a:ext cx="11430000" cy="1066800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952503"/>
                </a:lnTo>
                <a:cubicBezTo>
                  <a:pt x="11430000" y="1015628"/>
                  <a:pt x="11378828" y="1066800"/>
                  <a:pt x="1131570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563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9625" y="58007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1447800" y="5657850"/>
            <a:ext cx="831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Principal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47800" y="6000750"/>
            <a:ext cx="829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Mettre l'accent sur l'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expérience utilisateur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le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responsive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garantir une navigation optimale sur tous les appareils.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84250" y="1695450"/>
            <a:ext cx="27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7300" y="16002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Moderne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9431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Créer une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moderne et élégante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présenter les collections de vêtements de manière attractive et professionnelle.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0300" y="137160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6210300" y="137160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5795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6576194" y="169545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67550" y="16002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Responsive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7550" y="194310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Développer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responsive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une expérience utilisateur optimale sur mobile, tablette et desktop.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1945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2194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63488" y="354330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7300" y="34480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Filtrage Produits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7300" y="379095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Mettre en place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 de filtrage des produits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 catégories et tailles pour faciliter la recherche.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3219450"/>
            <a:ext cx="5600700" cy="1657350"/>
          </a:xfrm>
          <a:custGeom>
            <a:avLst/>
            <a:gdLst/>
            <a:ahLst/>
            <a:cxnLst/>
            <a:rect l="l" t="t" r="r" b="b"/>
            <a:pathLst>
              <a:path w="5600700" h="1657350">
                <a:moveTo>
                  <a:pt x="38100" y="0"/>
                </a:moveTo>
                <a:lnTo>
                  <a:pt x="5486393" y="0"/>
                </a:lnTo>
                <a:cubicBezTo>
                  <a:pt x="5549523" y="0"/>
                  <a:pt x="5600700" y="51177"/>
                  <a:pt x="5600700" y="114307"/>
                </a:cubicBezTo>
                <a:lnTo>
                  <a:pt x="5600700" y="1543043"/>
                </a:lnTo>
                <a:cubicBezTo>
                  <a:pt x="5600700" y="1606173"/>
                  <a:pt x="5549523" y="1657350"/>
                  <a:pt x="5486393" y="1657350"/>
                </a:cubicBez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0300" y="3219450"/>
            <a:ext cx="38100" cy="1657350"/>
          </a:xfrm>
          <a:custGeom>
            <a:avLst/>
            <a:gdLst/>
            <a:ahLst/>
            <a:cxnLst/>
            <a:rect l="l" t="t" r="r" b="b"/>
            <a:pathLst>
              <a:path w="38100" h="1657350">
                <a:moveTo>
                  <a:pt x="38100" y="0"/>
                </a:moveTo>
                <a:lnTo>
                  <a:pt x="38100" y="0"/>
                </a:lnTo>
                <a:lnTo>
                  <a:pt x="38100" y="1657350"/>
                </a:lnTo>
                <a:lnTo>
                  <a:pt x="38100" y="1657350"/>
                </a:lnTo>
                <a:cubicBezTo>
                  <a:pt x="17072" y="1657350"/>
                  <a:pt x="0" y="1640278"/>
                  <a:pt x="0" y="161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7950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3"/>
          <p:cNvSpPr/>
          <p:nvPr/>
        </p:nvSpPr>
        <p:spPr>
          <a:xfrm>
            <a:off x="6576343" y="35433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67550" y="344805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Galerie Interactive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67550" y="3790950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Intégrer une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galerie d'images interactive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produits permettant de visualiser les articles sous différents angles.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5067300"/>
            <a:ext cx="11410950" cy="1409700"/>
          </a:xfrm>
          <a:custGeom>
            <a:avLst/>
            <a:gdLst/>
            <a:ahLst/>
            <a:cxnLst/>
            <a:rect l="l" t="t" r="r" b="b"/>
            <a:pathLst>
              <a:path w="11410950" h="1409700">
                <a:moveTo>
                  <a:pt x="38100" y="0"/>
                </a:moveTo>
                <a:lnTo>
                  <a:pt x="11296652" y="0"/>
                </a:lnTo>
                <a:cubicBezTo>
                  <a:pt x="11359777" y="0"/>
                  <a:pt x="11410950" y="51173"/>
                  <a:pt x="11410950" y="114298"/>
                </a:cubicBezTo>
                <a:lnTo>
                  <a:pt x="11410950" y="1295402"/>
                </a:lnTo>
                <a:cubicBezTo>
                  <a:pt x="11410950" y="1358527"/>
                  <a:pt x="11359777" y="1409700"/>
                  <a:pt x="11296652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50673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529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1" name="Text 29"/>
          <p:cNvSpPr/>
          <p:nvPr/>
        </p:nvSpPr>
        <p:spPr>
          <a:xfrm>
            <a:off x="763191" y="539115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7300" y="5295900"/>
            <a:ext cx="690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Fluide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" y="5638800"/>
            <a:ext cx="6886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Assurer une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 fluide et intuitive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tout au long du parcours d'achat pour maximiser la conversion.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RÉALISATIONS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&amp; Collaboration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581650" cy="4267200"/>
          </a:xfrm>
          <a:custGeom>
            <a:avLst/>
            <a:gdLst/>
            <a:ahLst/>
            <a:cxnLst/>
            <a:rect l="l" t="t" r="r" b="b"/>
            <a:pathLst>
              <a:path w="5581650" h="4267200">
                <a:moveTo>
                  <a:pt x="38100" y="0"/>
                </a:moveTo>
                <a:lnTo>
                  <a:pt x="5467332" y="0"/>
                </a:lnTo>
                <a:cubicBezTo>
                  <a:pt x="5530468" y="0"/>
                  <a:pt x="5581650" y="51182"/>
                  <a:pt x="5581650" y="114318"/>
                </a:cubicBezTo>
                <a:lnTo>
                  <a:pt x="5581650" y="4152882"/>
                </a:lnTo>
                <a:cubicBezTo>
                  <a:pt x="5581650" y="4216018"/>
                  <a:pt x="5530468" y="4267200"/>
                  <a:pt x="5467332" y="4267200"/>
                </a:cubicBezTo>
                <a:lnTo>
                  <a:pt x="38100" y="4267200"/>
                </a:lnTo>
                <a:cubicBezTo>
                  <a:pt x="17072" y="4267200"/>
                  <a:pt x="0" y="4250128"/>
                  <a:pt x="0" y="422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4267200"/>
          </a:xfrm>
          <a:custGeom>
            <a:avLst/>
            <a:gdLst/>
            <a:ahLst/>
            <a:cxnLst/>
            <a:rect l="l" t="t" r="r" b="b"/>
            <a:pathLst>
              <a:path w="38100" h="4267200">
                <a:moveTo>
                  <a:pt x="38100" y="0"/>
                </a:moveTo>
                <a:lnTo>
                  <a:pt x="38100" y="0"/>
                </a:lnTo>
                <a:lnTo>
                  <a:pt x="38100" y="4267200"/>
                </a:lnTo>
                <a:lnTo>
                  <a:pt x="38100" y="4267200"/>
                </a:lnTo>
                <a:cubicBezTo>
                  <a:pt x="17072" y="4267200"/>
                  <a:pt x="0" y="4250128"/>
                  <a:pt x="0" y="422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1752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0380" y="0"/>
                </a:moveTo>
                <a:cubicBezTo>
                  <a:pt x="188952" y="0"/>
                  <a:pt x="197168" y="3393"/>
                  <a:pt x="203195" y="9465"/>
                </a:cubicBezTo>
                <a:lnTo>
                  <a:pt x="219135" y="25405"/>
                </a:lnTo>
                <a:cubicBezTo>
                  <a:pt x="225207" y="31433"/>
                  <a:pt x="228600" y="39648"/>
                  <a:pt x="228600" y="48220"/>
                </a:cubicBezTo>
                <a:cubicBezTo>
                  <a:pt x="228600" y="56793"/>
                  <a:pt x="225207" y="65008"/>
                  <a:pt x="219135" y="71036"/>
                </a:cubicBezTo>
                <a:lnTo>
                  <a:pt x="199087" y="91083"/>
                </a:lnTo>
                <a:lnTo>
                  <a:pt x="137517" y="29513"/>
                </a:lnTo>
                <a:lnTo>
                  <a:pt x="157564" y="9465"/>
                </a:lnTo>
                <a:cubicBezTo>
                  <a:pt x="163592" y="3393"/>
                  <a:pt x="171807" y="0"/>
                  <a:pt x="180380" y="0"/>
                </a:cubicBezTo>
                <a:close/>
                <a:moveTo>
                  <a:pt x="26298" y="140687"/>
                </a:moveTo>
                <a:lnTo>
                  <a:pt x="122381" y="44648"/>
                </a:lnTo>
                <a:lnTo>
                  <a:pt x="183952" y="106219"/>
                </a:lnTo>
                <a:lnTo>
                  <a:pt x="87913" y="202302"/>
                </a:lnTo>
                <a:cubicBezTo>
                  <a:pt x="83135" y="207079"/>
                  <a:pt x="77153" y="210562"/>
                  <a:pt x="70634" y="212393"/>
                </a:cubicBezTo>
                <a:lnTo>
                  <a:pt x="13573" y="228198"/>
                </a:lnTo>
                <a:cubicBezTo>
                  <a:pt x="9867" y="229225"/>
                  <a:pt x="5849" y="228198"/>
                  <a:pt x="3125" y="225430"/>
                </a:cubicBezTo>
                <a:cubicBezTo>
                  <a:pt x="402" y="222662"/>
                  <a:pt x="-670" y="218688"/>
                  <a:pt x="357" y="214982"/>
                </a:cubicBezTo>
                <a:lnTo>
                  <a:pt x="16252" y="157966"/>
                </a:lnTo>
                <a:cubicBezTo>
                  <a:pt x="18083" y="151448"/>
                  <a:pt x="21521" y="145509"/>
                  <a:pt x="26343" y="140687"/>
                </a:cubicBezTo>
                <a:close/>
                <a:moveTo>
                  <a:pt x="100638" y="36076"/>
                </a:moveTo>
                <a:lnTo>
                  <a:pt x="36076" y="100638"/>
                </a:lnTo>
                <a:lnTo>
                  <a:pt x="5224" y="69786"/>
                </a:lnTo>
                <a:cubicBezTo>
                  <a:pt x="-1741" y="62820"/>
                  <a:pt x="-1741" y="51524"/>
                  <a:pt x="5224" y="44514"/>
                </a:cubicBezTo>
                <a:lnTo>
                  <a:pt x="44514" y="5224"/>
                </a:lnTo>
                <a:cubicBezTo>
                  <a:pt x="51480" y="-1741"/>
                  <a:pt x="62776" y="-1741"/>
                  <a:pt x="69786" y="5224"/>
                </a:cubicBezTo>
                <a:lnTo>
                  <a:pt x="72420" y="7858"/>
                </a:lnTo>
                <a:lnTo>
                  <a:pt x="47283" y="32995"/>
                </a:lnTo>
                <a:cubicBezTo>
                  <a:pt x="43800" y="36478"/>
                  <a:pt x="43800" y="42148"/>
                  <a:pt x="47283" y="45631"/>
                </a:cubicBezTo>
                <a:cubicBezTo>
                  <a:pt x="50765" y="49113"/>
                  <a:pt x="56436" y="49113"/>
                  <a:pt x="59918" y="45631"/>
                </a:cubicBezTo>
                <a:lnTo>
                  <a:pt x="85055" y="20494"/>
                </a:lnTo>
                <a:lnTo>
                  <a:pt x="100638" y="36076"/>
                </a:lnTo>
                <a:close/>
                <a:moveTo>
                  <a:pt x="192524" y="127962"/>
                </a:moveTo>
                <a:lnTo>
                  <a:pt x="208106" y="143545"/>
                </a:lnTo>
                <a:lnTo>
                  <a:pt x="182969" y="168682"/>
                </a:lnTo>
                <a:cubicBezTo>
                  <a:pt x="179487" y="172164"/>
                  <a:pt x="179487" y="177835"/>
                  <a:pt x="182969" y="181317"/>
                </a:cubicBezTo>
                <a:cubicBezTo>
                  <a:pt x="186452" y="184800"/>
                  <a:pt x="192122" y="184800"/>
                  <a:pt x="195605" y="181317"/>
                </a:cubicBezTo>
                <a:lnTo>
                  <a:pt x="220742" y="156180"/>
                </a:lnTo>
                <a:lnTo>
                  <a:pt x="223376" y="158814"/>
                </a:lnTo>
                <a:cubicBezTo>
                  <a:pt x="230341" y="165780"/>
                  <a:pt x="230341" y="177076"/>
                  <a:pt x="223376" y="184086"/>
                </a:cubicBezTo>
                <a:lnTo>
                  <a:pt x="184086" y="223376"/>
                </a:lnTo>
                <a:cubicBezTo>
                  <a:pt x="177120" y="230341"/>
                  <a:pt x="165824" y="230341"/>
                  <a:pt x="158814" y="223376"/>
                </a:cubicBezTo>
                <a:lnTo>
                  <a:pt x="127962" y="192524"/>
                </a:lnTo>
                <a:lnTo>
                  <a:pt x="192524" y="127962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1600200"/>
            <a:ext cx="250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Maquettes &amp; Prototypes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2860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maquettes et prototypes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différentes pages du site e-commerce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1513" y="29622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976312" y="29337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Page d'accueil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1513" y="32670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976312" y="32385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Catalogue produits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1513" y="3571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" y="35433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Fiches produits détaillées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1513" y="3876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976312" y="38481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Panier d'achat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9350" y="137160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523996"/>
                </a:lnTo>
                <a:cubicBezTo>
                  <a:pt x="5581650" y="1587124"/>
                  <a:pt x="5530474" y="1638300"/>
                  <a:pt x="546734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29350" y="13716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00825" y="1752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162800" y="16002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 Équipe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7000" y="22860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Travail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 avec l'équipe de BXTTERFLY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comprendre les besoins et attentes spécifiques du projet.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320040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467346" y="0"/>
                </a:lnTo>
                <a:cubicBezTo>
                  <a:pt x="5530474" y="0"/>
                  <a:pt x="5581650" y="51176"/>
                  <a:pt x="5581650" y="114304"/>
                </a:cubicBezTo>
                <a:lnTo>
                  <a:pt x="5581650" y="1523996"/>
                </a:lnTo>
                <a:cubicBezTo>
                  <a:pt x="5581650" y="1587124"/>
                  <a:pt x="5530474" y="1638300"/>
                  <a:pt x="5467346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29350" y="32004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7000" y="3429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7162800" y="3429000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Itérative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7000" y="41148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Développement mené selon une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itérative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avec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validations régulières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fonctionnalités par le tuteur et l'équipe.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829300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533400"/>
                </a:lnTo>
                <a:cubicBezTo>
                  <a:pt x="11430000" y="596526"/>
                  <a:pt x="11378826" y="647700"/>
                  <a:pt x="113157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1" name="Shape 29"/>
          <p:cNvSpPr/>
          <p:nvPr/>
        </p:nvSpPr>
        <p:spPr>
          <a:xfrm>
            <a:off x="600075" y="6038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9650" y="6019800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Méthodologie 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 thinking &amp; itérations rapides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391626" y="6096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10620226" y="60388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Processus agile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RÉALISATIONS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Développement Front-end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581650" cy="3848100"/>
          </a:xfrm>
          <a:custGeom>
            <a:avLst/>
            <a:gdLst/>
            <a:ahLst/>
            <a:cxnLst/>
            <a:rect l="l" t="t" r="r" b="b"/>
            <a:pathLst>
              <a:path w="5581650" h="3848100">
                <a:moveTo>
                  <a:pt x="38100" y="0"/>
                </a:moveTo>
                <a:lnTo>
                  <a:pt x="5467361" y="0"/>
                </a:lnTo>
                <a:cubicBezTo>
                  <a:pt x="5530439" y="0"/>
                  <a:pt x="5581650" y="51211"/>
                  <a:pt x="5581650" y="114289"/>
                </a:cubicBezTo>
                <a:lnTo>
                  <a:pt x="5581650" y="3733811"/>
                </a:lnTo>
                <a:cubicBezTo>
                  <a:pt x="5581650" y="3796931"/>
                  <a:pt x="5530481" y="3848100"/>
                  <a:pt x="5467361" y="3848100"/>
                </a:cubicBezTo>
                <a:lnTo>
                  <a:pt x="38100" y="3848100"/>
                </a:lnTo>
                <a:cubicBezTo>
                  <a:pt x="17072" y="3848100"/>
                  <a:pt x="0" y="3831028"/>
                  <a:pt x="0" y="3810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3848100"/>
          </a:xfrm>
          <a:custGeom>
            <a:avLst/>
            <a:gdLst/>
            <a:ahLst/>
            <a:cxnLst/>
            <a:rect l="l" t="t" r="r" b="b"/>
            <a:pathLst>
              <a:path w="38100" h="3848100">
                <a:moveTo>
                  <a:pt x="38100" y="0"/>
                </a:moveTo>
                <a:lnTo>
                  <a:pt x="38100" y="0"/>
                </a:lnTo>
                <a:lnTo>
                  <a:pt x="38100" y="3848100"/>
                </a:lnTo>
                <a:lnTo>
                  <a:pt x="38100" y="3848100"/>
                </a:lnTo>
                <a:cubicBezTo>
                  <a:pt x="17072" y="3848100"/>
                  <a:pt x="0" y="3831028"/>
                  <a:pt x="0" y="3810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5813" y="1752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1600200"/>
            <a:ext cx="260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Implémentation Interface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" y="2324100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Développement de l'interface utilisateur avec les technologies web fondamentales pour des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performances optimales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" y="3009900"/>
            <a:ext cx="1628775" cy="895350"/>
          </a:xfrm>
          <a:custGeom>
            <a:avLst/>
            <a:gdLst/>
            <a:ahLst/>
            <a:cxnLst/>
            <a:rect l="l" t="t" r="r" b="b"/>
            <a:pathLst>
              <a:path w="1628775" h="895350">
                <a:moveTo>
                  <a:pt x="76203" y="0"/>
                </a:moveTo>
                <a:lnTo>
                  <a:pt x="1552572" y="0"/>
                </a:lnTo>
                <a:cubicBezTo>
                  <a:pt x="1594658" y="0"/>
                  <a:pt x="1628775" y="34117"/>
                  <a:pt x="1628775" y="76203"/>
                </a:cubicBezTo>
                <a:lnTo>
                  <a:pt x="1628775" y="819147"/>
                </a:lnTo>
                <a:cubicBezTo>
                  <a:pt x="1628775" y="861233"/>
                  <a:pt x="1594658" y="895350"/>
                  <a:pt x="155257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1" name="Shape 9"/>
          <p:cNvSpPr/>
          <p:nvPr/>
        </p:nvSpPr>
        <p:spPr>
          <a:xfrm>
            <a:off x="1355675" y="31623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6877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2008" y="89241"/>
                </a:moveTo>
                <a:lnTo>
                  <a:pt x="69428" y="89241"/>
                </a:lnTo>
                <a:lnTo>
                  <a:pt x="71717" y="116811"/>
                </a:lnTo>
                <a:lnTo>
                  <a:pt x="169720" y="116811"/>
                </a:lnTo>
                <a:lnTo>
                  <a:pt x="162130" y="199634"/>
                </a:lnTo>
                <a:lnTo>
                  <a:pt x="107491" y="214703"/>
                </a:lnTo>
                <a:lnTo>
                  <a:pt x="107491" y="214871"/>
                </a:lnTo>
                <a:lnTo>
                  <a:pt x="106877" y="214871"/>
                </a:lnTo>
                <a:lnTo>
                  <a:pt x="51792" y="199634"/>
                </a:lnTo>
                <a:lnTo>
                  <a:pt x="48444" y="157330"/>
                </a:lnTo>
                <a:lnTo>
                  <a:pt x="75065" y="157330"/>
                </a:lnTo>
                <a:lnTo>
                  <a:pt x="77019" y="178594"/>
                </a:lnTo>
                <a:lnTo>
                  <a:pt x="106877" y="186686"/>
                </a:lnTo>
                <a:lnTo>
                  <a:pt x="136847" y="178594"/>
                </a:lnTo>
                <a:lnTo>
                  <a:pt x="140196" y="143880"/>
                </a:lnTo>
                <a:lnTo>
                  <a:pt x="47048" y="143880"/>
                </a:lnTo>
                <a:lnTo>
                  <a:pt x="39905" y="62619"/>
                </a:lnTo>
                <a:lnTo>
                  <a:pt x="174464" y="62619"/>
                </a:lnTo>
                <a:lnTo>
                  <a:pt x="172008" y="89241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52425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87575" y="3009900"/>
            <a:ext cx="1628775" cy="895350"/>
          </a:xfrm>
          <a:custGeom>
            <a:avLst/>
            <a:gdLst/>
            <a:ahLst/>
            <a:cxnLst/>
            <a:rect l="l" t="t" r="r" b="b"/>
            <a:pathLst>
              <a:path w="1628775" h="895350">
                <a:moveTo>
                  <a:pt x="76203" y="0"/>
                </a:moveTo>
                <a:lnTo>
                  <a:pt x="1552572" y="0"/>
                </a:lnTo>
                <a:cubicBezTo>
                  <a:pt x="1594658" y="0"/>
                  <a:pt x="1628775" y="34117"/>
                  <a:pt x="1628775" y="76203"/>
                </a:cubicBezTo>
                <a:lnTo>
                  <a:pt x="1628775" y="819147"/>
                </a:lnTo>
                <a:cubicBezTo>
                  <a:pt x="1628775" y="861233"/>
                  <a:pt x="1594658" y="895350"/>
                  <a:pt x="155257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3095551" y="316230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7156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4743" y="62508"/>
                </a:moveTo>
                <a:lnTo>
                  <a:pt x="172064" y="88906"/>
                </a:lnTo>
                <a:lnTo>
                  <a:pt x="107714" y="116421"/>
                </a:lnTo>
                <a:lnTo>
                  <a:pt x="107547" y="116477"/>
                </a:lnTo>
                <a:lnTo>
                  <a:pt x="169776" y="116477"/>
                </a:lnTo>
                <a:lnTo>
                  <a:pt x="162632" y="198295"/>
                </a:lnTo>
                <a:lnTo>
                  <a:pt x="107826" y="214313"/>
                </a:lnTo>
                <a:lnTo>
                  <a:pt x="52685" y="198016"/>
                </a:lnTo>
                <a:lnTo>
                  <a:pt x="49113" y="156772"/>
                </a:lnTo>
                <a:lnTo>
                  <a:pt x="76405" y="156772"/>
                </a:lnTo>
                <a:lnTo>
                  <a:pt x="78191" y="178147"/>
                </a:lnTo>
                <a:lnTo>
                  <a:pt x="107547" y="185570"/>
                </a:lnTo>
                <a:lnTo>
                  <a:pt x="138075" y="176975"/>
                </a:lnTo>
                <a:lnTo>
                  <a:pt x="140140" y="142596"/>
                </a:lnTo>
                <a:lnTo>
                  <a:pt x="47327" y="142317"/>
                </a:lnTo>
                <a:lnTo>
                  <a:pt x="47327" y="142261"/>
                </a:lnTo>
                <a:lnTo>
                  <a:pt x="47216" y="142317"/>
                </a:lnTo>
                <a:lnTo>
                  <a:pt x="45207" y="116477"/>
                </a:lnTo>
                <a:lnTo>
                  <a:pt x="107770" y="90413"/>
                </a:lnTo>
                <a:lnTo>
                  <a:pt x="111398" y="88906"/>
                </a:lnTo>
                <a:lnTo>
                  <a:pt x="42807" y="88906"/>
                </a:lnTo>
                <a:lnTo>
                  <a:pt x="39570" y="62508"/>
                </a:lnTo>
                <a:lnTo>
                  <a:pt x="174743" y="62508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2501875" y="352425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27450" y="3009900"/>
            <a:ext cx="1628775" cy="895350"/>
          </a:xfrm>
          <a:custGeom>
            <a:avLst/>
            <a:gdLst/>
            <a:ahLst/>
            <a:cxnLst/>
            <a:rect l="l" t="t" r="r" b="b"/>
            <a:pathLst>
              <a:path w="1628775" h="895350">
                <a:moveTo>
                  <a:pt x="76203" y="0"/>
                </a:moveTo>
                <a:lnTo>
                  <a:pt x="1552572" y="0"/>
                </a:lnTo>
                <a:cubicBezTo>
                  <a:pt x="1594658" y="0"/>
                  <a:pt x="1628775" y="34117"/>
                  <a:pt x="1628775" y="76203"/>
                </a:cubicBezTo>
                <a:lnTo>
                  <a:pt x="1628775" y="819147"/>
                </a:lnTo>
                <a:cubicBezTo>
                  <a:pt x="1628775" y="861233"/>
                  <a:pt x="1594658" y="895350"/>
                  <a:pt x="1552572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7641" y="31623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7859"/>
                </a:moveTo>
                <a:lnTo>
                  <a:pt x="0" y="267891"/>
                </a:lnTo>
                <a:lnTo>
                  <a:pt x="250031" y="267891"/>
                </a:lnTo>
                <a:lnTo>
                  <a:pt x="250031" y="17859"/>
                </a:lnTo>
                <a:lnTo>
                  <a:pt x="0" y="17859"/>
                </a:lnTo>
                <a:close/>
                <a:moveTo>
                  <a:pt x="136066" y="212861"/>
                </a:moveTo>
                <a:cubicBezTo>
                  <a:pt x="136066" y="237195"/>
                  <a:pt x="121779" y="248301"/>
                  <a:pt x="100961" y="248301"/>
                </a:cubicBezTo>
                <a:cubicBezTo>
                  <a:pt x="82153" y="248301"/>
                  <a:pt x="71270" y="238590"/>
                  <a:pt x="65689" y="226814"/>
                </a:cubicBezTo>
                <a:lnTo>
                  <a:pt x="84832" y="215261"/>
                </a:lnTo>
                <a:cubicBezTo>
                  <a:pt x="88516" y="221791"/>
                  <a:pt x="91864" y="227316"/>
                  <a:pt x="99957" y="227316"/>
                </a:cubicBezTo>
                <a:cubicBezTo>
                  <a:pt x="107659" y="227316"/>
                  <a:pt x="112570" y="224303"/>
                  <a:pt x="112570" y="212527"/>
                </a:cubicBezTo>
                <a:lnTo>
                  <a:pt x="112570" y="132662"/>
                </a:lnTo>
                <a:lnTo>
                  <a:pt x="136066" y="132662"/>
                </a:lnTo>
                <a:lnTo>
                  <a:pt x="136066" y="212861"/>
                </a:lnTo>
                <a:close/>
                <a:moveTo>
                  <a:pt x="191653" y="248301"/>
                </a:moveTo>
                <a:cubicBezTo>
                  <a:pt x="169831" y="248301"/>
                  <a:pt x="155711" y="237920"/>
                  <a:pt x="148847" y="224303"/>
                </a:cubicBezTo>
                <a:lnTo>
                  <a:pt x="167990" y="213252"/>
                </a:lnTo>
                <a:cubicBezTo>
                  <a:pt x="173013" y="221456"/>
                  <a:pt x="179598" y="227540"/>
                  <a:pt x="191151" y="227540"/>
                </a:cubicBezTo>
                <a:cubicBezTo>
                  <a:pt x="200862" y="227540"/>
                  <a:pt x="207113" y="222684"/>
                  <a:pt x="207113" y="215931"/>
                </a:cubicBezTo>
                <a:cubicBezTo>
                  <a:pt x="207113" y="207894"/>
                  <a:pt x="200751" y="205048"/>
                  <a:pt x="189979" y="200304"/>
                </a:cubicBezTo>
                <a:lnTo>
                  <a:pt x="184119" y="197793"/>
                </a:lnTo>
                <a:cubicBezTo>
                  <a:pt x="167153" y="190593"/>
                  <a:pt x="155935" y="181496"/>
                  <a:pt x="155935" y="162353"/>
                </a:cubicBezTo>
                <a:cubicBezTo>
                  <a:pt x="155935" y="144717"/>
                  <a:pt x="169385" y="131322"/>
                  <a:pt x="190314" y="131322"/>
                </a:cubicBezTo>
                <a:cubicBezTo>
                  <a:pt x="205271" y="131322"/>
                  <a:pt x="215987" y="136513"/>
                  <a:pt x="223689" y="150130"/>
                </a:cubicBezTo>
                <a:lnTo>
                  <a:pt x="205383" y="161851"/>
                </a:lnTo>
                <a:cubicBezTo>
                  <a:pt x="201364" y="154651"/>
                  <a:pt x="197011" y="151805"/>
                  <a:pt x="190258" y="151805"/>
                </a:cubicBezTo>
                <a:cubicBezTo>
                  <a:pt x="183393" y="151805"/>
                  <a:pt x="179040" y="156158"/>
                  <a:pt x="179040" y="161851"/>
                </a:cubicBezTo>
                <a:cubicBezTo>
                  <a:pt x="179040" y="168883"/>
                  <a:pt x="183393" y="171729"/>
                  <a:pt x="193495" y="176138"/>
                </a:cubicBezTo>
                <a:lnTo>
                  <a:pt x="199355" y="178650"/>
                </a:lnTo>
                <a:cubicBezTo>
                  <a:pt x="219335" y="187189"/>
                  <a:pt x="230553" y="195951"/>
                  <a:pt x="230553" y="215596"/>
                </a:cubicBezTo>
                <a:cubicBezTo>
                  <a:pt x="230553" y="236693"/>
                  <a:pt x="213922" y="248301"/>
                  <a:pt x="191653" y="248301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241750" y="352425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5410200"/>
            <a:ext cx="11430000" cy="1066800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952503"/>
                </a:lnTo>
                <a:cubicBezTo>
                  <a:pt x="11430000" y="1015628"/>
                  <a:pt x="11378828" y="1066800"/>
                  <a:pt x="11315703" y="1066800"/>
                </a:cubicBezTo>
                <a:lnTo>
                  <a:pt x="114297" y="1066800"/>
                </a:lnTo>
                <a:cubicBezTo>
                  <a:pt x="51172" y="1066800"/>
                  <a:pt x="0" y="1015628"/>
                  <a:pt x="0" y="952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563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9625" y="58007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1409700" y="5657850"/>
            <a:ext cx="7381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09700" y="6000750"/>
            <a:ext cx="736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Adaptation du site pour une utilisation optimale sur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tablette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une approche mobile-first.</a:t>
            </a:r>
            <a:endParaRPr lang="en-US" sz="1600" dirty="0"/>
          </a:p>
        </p:txBody>
      </p:sp>
      <p:pic>
        <p:nvPicPr>
          <p:cNvPr id="24" name="Image 0" descr="https://kimi-img.moonshot.cn/pub/slides/26-03-26-08:12:59-d727k2tnfo2oqp95vtk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371600"/>
            <a:ext cx="5791200" cy="359827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&amp; Outils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3667125" cy="1276350"/>
          </a:xfrm>
          <a:custGeom>
            <a:avLst/>
            <a:gdLst/>
            <a:ahLst/>
            <a:cxnLst/>
            <a:rect l="l" t="t" r="r" b="b"/>
            <a:pathLst>
              <a:path w="3667125" h="1276350">
                <a:moveTo>
                  <a:pt x="38100" y="0"/>
                </a:moveTo>
                <a:lnTo>
                  <a:pt x="3552828" y="0"/>
                </a:lnTo>
                <a:cubicBezTo>
                  <a:pt x="3615910" y="0"/>
                  <a:pt x="3667125" y="51215"/>
                  <a:pt x="3667125" y="114297"/>
                </a:cubicBezTo>
                <a:lnTo>
                  <a:pt x="3667125" y="1162053"/>
                </a:lnTo>
                <a:cubicBezTo>
                  <a:pt x="3667125" y="1225135"/>
                  <a:pt x="3615910" y="1276350"/>
                  <a:pt x="35528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661988" y="1619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160020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2463" y="2024062"/>
            <a:ext cx="790575" cy="390525"/>
          </a:xfrm>
          <a:custGeom>
            <a:avLst/>
            <a:gdLst/>
            <a:ahLst/>
            <a:cxnLst/>
            <a:rect l="l" t="t" r="r" b="b"/>
            <a:pathLst>
              <a:path w="790575" h="390525">
                <a:moveTo>
                  <a:pt x="76199" y="0"/>
                </a:moveTo>
                <a:lnTo>
                  <a:pt x="714376" y="0"/>
                </a:lnTo>
                <a:cubicBezTo>
                  <a:pt x="756459" y="0"/>
                  <a:pt x="790575" y="34116"/>
                  <a:pt x="790575" y="76199"/>
                </a:cubicBezTo>
                <a:lnTo>
                  <a:pt x="790575" y="314326"/>
                </a:lnTo>
                <a:cubicBezTo>
                  <a:pt x="790575" y="356409"/>
                  <a:pt x="756459" y="390525"/>
                  <a:pt x="71437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2019300"/>
            <a:ext cx="85725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5563" y="2024062"/>
            <a:ext cx="657225" cy="390525"/>
          </a:xfrm>
          <a:custGeom>
            <a:avLst/>
            <a:gdLst/>
            <a:ahLst/>
            <a:cxnLst/>
            <a:rect l="l" t="t" r="r" b="b"/>
            <a:pathLst>
              <a:path w="657225" h="390525">
                <a:moveTo>
                  <a:pt x="76199" y="0"/>
                </a:moveTo>
                <a:lnTo>
                  <a:pt x="581026" y="0"/>
                </a:lnTo>
                <a:cubicBezTo>
                  <a:pt x="623109" y="0"/>
                  <a:pt x="657225" y="34116"/>
                  <a:pt x="657225" y="76199"/>
                </a:cubicBezTo>
                <a:lnTo>
                  <a:pt x="657225" y="314326"/>
                </a:lnTo>
                <a:cubicBezTo>
                  <a:pt x="657225" y="356409"/>
                  <a:pt x="623109" y="390525"/>
                  <a:pt x="581026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0800" y="2019300"/>
            <a:ext cx="723900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72978" y="2024062"/>
            <a:ext cx="1333500" cy="390525"/>
          </a:xfrm>
          <a:custGeom>
            <a:avLst/>
            <a:gdLst/>
            <a:ahLst/>
            <a:cxnLst/>
            <a:rect l="l" t="t" r="r" b="b"/>
            <a:pathLst>
              <a:path w="1333500" h="390525">
                <a:moveTo>
                  <a:pt x="76199" y="0"/>
                </a:moveTo>
                <a:lnTo>
                  <a:pt x="1257301" y="0"/>
                </a:lnTo>
                <a:cubicBezTo>
                  <a:pt x="1299384" y="0"/>
                  <a:pt x="1333500" y="34116"/>
                  <a:pt x="1333500" y="76199"/>
                </a:cubicBezTo>
                <a:lnTo>
                  <a:pt x="1333500" y="314326"/>
                </a:lnTo>
                <a:cubicBezTo>
                  <a:pt x="1333500" y="356409"/>
                  <a:pt x="1299384" y="390525"/>
                  <a:pt x="12573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8215" y="2019300"/>
            <a:ext cx="14001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ES6+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3525" y="1371600"/>
            <a:ext cx="3667125" cy="1276350"/>
          </a:xfrm>
          <a:custGeom>
            <a:avLst/>
            <a:gdLst/>
            <a:ahLst/>
            <a:cxnLst/>
            <a:rect l="l" t="t" r="r" b="b"/>
            <a:pathLst>
              <a:path w="3667125" h="1276350">
                <a:moveTo>
                  <a:pt x="38100" y="0"/>
                </a:moveTo>
                <a:lnTo>
                  <a:pt x="3552828" y="0"/>
                </a:lnTo>
                <a:cubicBezTo>
                  <a:pt x="3615910" y="0"/>
                  <a:pt x="3667125" y="51215"/>
                  <a:pt x="3667125" y="114297"/>
                </a:cubicBezTo>
                <a:lnTo>
                  <a:pt x="3667125" y="1162053"/>
                </a:lnTo>
                <a:cubicBezTo>
                  <a:pt x="3667125" y="1225135"/>
                  <a:pt x="3615910" y="1276350"/>
                  <a:pt x="35528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3525" y="13716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49750" y="1619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4959325" y="160020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5938" y="2024062"/>
            <a:ext cx="952500" cy="390525"/>
          </a:xfrm>
          <a:custGeom>
            <a:avLst/>
            <a:gdLst/>
            <a:ahLst/>
            <a:cxnLst/>
            <a:rect l="l" t="t" r="r" b="b"/>
            <a:pathLst>
              <a:path w="952500" h="390525">
                <a:moveTo>
                  <a:pt x="76199" y="0"/>
                </a:moveTo>
                <a:lnTo>
                  <a:pt x="876301" y="0"/>
                </a:lnTo>
                <a:cubicBezTo>
                  <a:pt x="918384" y="0"/>
                  <a:pt x="952500" y="34116"/>
                  <a:pt x="952500" y="76199"/>
                </a:cubicBezTo>
                <a:lnTo>
                  <a:pt x="952500" y="314326"/>
                </a:lnTo>
                <a:cubicBezTo>
                  <a:pt x="952500" y="356409"/>
                  <a:pt x="918384" y="390525"/>
                  <a:pt x="8763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1175" y="2019300"/>
            <a:ext cx="10191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47000" y="1371600"/>
            <a:ext cx="3667125" cy="1276350"/>
          </a:xfrm>
          <a:custGeom>
            <a:avLst/>
            <a:gdLst/>
            <a:ahLst/>
            <a:cxnLst/>
            <a:rect l="l" t="t" r="r" b="b"/>
            <a:pathLst>
              <a:path w="3667125" h="1276350">
                <a:moveTo>
                  <a:pt x="38100" y="0"/>
                </a:moveTo>
                <a:lnTo>
                  <a:pt x="3552828" y="0"/>
                </a:lnTo>
                <a:cubicBezTo>
                  <a:pt x="3615910" y="0"/>
                  <a:pt x="3667125" y="51215"/>
                  <a:pt x="3667125" y="114297"/>
                </a:cubicBezTo>
                <a:lnTo>
                  <a:pt x="3667125" y="1162053"/>
                </a:lnTo>
                <a:cubicBezTo>
                  <a:pt x="3667125" y="1225135"/>
                  <a:pt x="3615910" y="1276350"/>
                  <a:pt x="3552828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8147000" y="137160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8938" y="1619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8832800" y="1600200"/>
            <a:ext cx="57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Outils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99413" y="2024062"/>
            <a:ext cx="495300" cy="390525"/>
          </a:xfrm>
          <a:custGeom>
            <a:avLst/>
            <a:gdLst/>
            <a:ahLst/>
            <a:cxnLst/>
            <a:rect l="l" t="t" r="r" b="b"/>
            <a:pathLst>
              <a:path w="495300" h="390525">
                <a:moveTo>
                  <a:pt x="76199" y="0"/>
                </a:moveTo>
                <a:lnTo>
                  <a:pt x="419101" y="0"/>
                </a:lnTo>
                <a:cubicBezTo>
                  <a:pt x="461184" y="0"/>
                  <a:pt x="495300" y="34116"/>
                  <a:pt x="495300" y="76199"/>
                </a:cubicBezTo>
                <a:lnTo>
                  <a:pt x="495300" y="314326"/>
                </a:lnTo>
                <a:cubicBezTo>
                  <a:pt x="495300" y="356409"/>
                  <a:pt x="461184" y="390525"/>
                  <a:pt x="419101" y="390525"/>
                </a:cubicBezTo>
                <a:lnTo>
                  <a:pt x="76199" y="390525"/>
                </a:lnTo>
                <a:cubicBezTo>
                  <a:pt x="34144" y="390525"/>
                  <a:pt x="0" y="356381"/>
                  <a:pt x="0" y="3143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94560">
              <a:alpha val="20000"/>
            </a:srgbClr>
          </a:solidFill>
          <a:ln w="12700">
            <a:solidFill>
              <a:srgbClr val="E94560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650" y="2019300"/>
            <a:ext cx="5619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2838450"/>
            <a:ext cx="11410950" cy="2286000"/>
          </a:xfrm>
          <a:custGeom>
            <a:avLst/>
            <a:gdLst/>
            <a:ahLst/>
            <a:cxnLst/>
            <a:rect l="l" t="t" r="r" b="b"/>
            <a:pathLst>
              <a:path w="11410950" h="2286000">
                <a:moveTo>
                  <a:pt x="38100" y="0"/>
                </a:moveTo>
                <a:lnTo>
                  <a:pt x="11296650" y="0"/>
                </a:lnTo>
                <a:cubicBezTo>
                  <a:pt x="11359734" y="0"/>
                  <a:pt x="11410950" y="51216"/>
                  <a:pt x="11410950" y="114300"/>
                </a:cubicBezTo>
                <a:lnTo>
                  <a:pt x="11410950" y="2171700"/>
                </a:lnTo>
                <a:cubicBezTo>
                  <a:pt x="11410950" y="2234784"/>
                  <a:pt x="11359734" y="2286000"/>
                  <a:pt x="11296650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2838450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275" y="308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850" y="306705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Méthodologies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7700" y="3524250"/>
            <a:ext cx="5562600" cy="1371600"/>
          </a:xfrm>
          <a:custGeom>
            <a:avLst/>
            <a:gdLst/>
            <a:ahLst/>
            <a:cxnLst/>
            <a:rect l="l" t="t" r="r" b="b"/>
            <a:pathLst>
              <a:path w="5562600" h="1371600">
                <a:moveTo>
                  <a:pt x="76206" y="0"/>
                </a:moveTo>
                <a:lnTo>
                  <a:pt x="5486394" y="0"/>
                </a:lnTo>
                <a:cubicBezTo>
                  <a:pt x="5528481" y="0"/>
                  <a:pt x="5562600" y="34119"/>
                  <a:pt x="5562600" y="76206"/>
                </a:cubicBezTo>
                <a:lnTo>
                  <a:pt x="5562600" y="1295394"/>
                </a:lnTo>
                <a:cubicBezTo>
                  <a:pt x="5562600" y="1337481"/>
                  <a:pt x="5528481" y="1371600"/>
                  <a:pt x="54863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0F3460"/>
          </a:solidFill>
          <a:ln/>
        </p:spPr>
      </p:sp>
      <p:sp>
        <p:nvSpPr>
          <p:cNvPr id="31" name="Shape 29"/>
          <p:cNvSpPr/>
          <p:nvPr/>
        </p:nvSpPr>
        <p:spPr>
          <a:xfrm>
            <a:off x="838200" y="3714750"/>
            <a:ext cx="600075" cy="381000"/>
          </a:xfrm>
          <a:custGeom>
            <a:avLst/>
            <a:gdLst/>
            <a:ahLst/>
            <a:cxnLst/>
            <a:rect l="l" t="t" r="r" b="b"/>
            <a:pathLst>
              <a:path w="600075" h="381000">
                <a:moveTo>
                  <a:pt x="76200" y="0"/>
                </a:moveTo>
                <a:lnTo>
                  <a:pt x="523875" y="0"/>
                </a:lnTo>
                <a:cubicBezTo>
                  <a:pt x="565931" y="0"/>
                  <a:pt x="600075" y="34144"/>
                  <a:pt x="600075" y="76200"/>
                </a:cubicBezTo>
                <a:lnTo>
                  <a:pt x="600075" y="304800"/>
                </a:lnTo>
                <a:cubicBezTo>
                  <a:pt x="600075" y="346856"/>
                  <a:pt x="565931" y="381000"/>
                  <a:pt x="5238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" y="3714750"/>
            <a:ext cx="676275" cy="3810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200" y="4210050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Méthodologie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Element Modifier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une organisation CSS claire, maintenable et scalable.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4613" y="3552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5" name="Text 33"/>
          <p:cNvSpPr/>
          <p:nvPr/>
        </p:nvSpPr>
        <p:spPr>
          <a:xfrm>
            <a:off x="6729413" y="352425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 convention cohérente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4613" y="3895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7" name="Text 35"/>
          <p:cNvSpPr/>
          <p:nvPr/>
        </p:nvSpPr>
        <p:spPr>
          <a:xfrm>
            <a:off x="6729413" y="386715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Composants indépendants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4613" y="4238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39" name="Text 37"/>
          <p:cNvSpPr/>
          <p:nvPr/>
        </p:nvSpPr>
        <p:spPr>
          <a:xfrm>
            <a:off x="6729413" y="421005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réutilisable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24613" y="4581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41" name="Text 39"/>
          <p:cNvSpPr/>
          <p:nvPr/>
        </p:nvSpPr>
        <p:spPr>
          <a:xfrm>
            <a:off x="6729413" y="455295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Facilité de maintenance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nighteye.app/bc666995d99be9abe58dab16aed050488f9154d5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8984" b="89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A2E">
                  <a:alpha val="95000"/>
                </a:srgbClr>
              </a:gs>
              <a:gs pos="50000">
                <a:srgbClr val="16213E">
                  <a:alpha val="90000"/>
                </a:srgbClr>
              </a:gs>
              <a:gs pos="100000">
                <a:srgbClr val="0F3460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&amp; Compétences Acquises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5763" y="1376363"/>
            <a:ext cx="5591175" cy="1552575"/>
          </a:xfrm>
          <a:custGeom>
            <a:avLst/>
            <a:gdLst/>
            <a:ahLst/>
            <a:cxnLst/>
            <a:rect l="l" t="t" r="r" b="b"/>
            <a:pathLst>
              <a:path w="5591175" h="1552575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38274"/>
                </a:lnTo>
                <a:cubicBezTo>
                  <a:pt x="5591175" y="1501401"/>
                  <a:pt x="5540001" y="1552575"/>
                  <a:pt x="54768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91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3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57238" y="17621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1304925" y="16097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Formateur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04925" y="1952625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qui m'a permis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consolider mes compétences en développement front-end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de mettre en pratique mes connaissances théoriques dans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cadre professionnel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763" y="3128963"/>
            <a:ext cx="5591175" cy="1552575"/>
          </a:xfrm>
          <a:custGeom>
            <a:avLst/>
            <a:gdLst/>
            <a:ahLst/>
            <a:cxnLst/>
            <a:rect l="l" t="t" r="r" b="b"/>
            <a:pathLst>
              <a:path w="5591175" h="1552575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1438274"/>
                </a:lnTo>
                <a:cubicBezTo>
                  <a:pt x="5591175" y="1501401"/>
                  <a:pt x="5540001" y="1552575"/>
                  <a:pt x="54768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9125" y="33623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85813" y="35147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35719"/>
                </a:moveTo>
                <a:cubicBezTo>
                  <a:pt x="71438" y="19958"/>
                  <a:pt x="84252" y="7144"/>
                  <a:pt x="100013" y="7144"/>
                </a:cubicBezTo>
                <a:cubicBezTo>
                  <a:pt x="115773" y="7144"/>
                  <a:pt x="128588" y="19958"/>
                  <a:pt x="128588" y="35719"/>
                </a:cubicBezTo>
                <a:lnTo>
                  <a:pt x="128588" y="57150"/>
                </a:lnTo>
                <a:lnTo>
                  <a:pt x="71438" y="57150"/>
                </a:lnTo>
                <a:lnTo>
                  <a:pt x="71438" y="35719"/>
                </a:lnTo>
                <a:close/>
                <a:moveTo>
                  <a:pt x="50006" y="57150"/>
                </a:moveTo>
                <a:lnTo>
                  <a:pt x="21431" y="57150"/>
                </a:lnTo>
                <a:cubicBezTo>
                  <a:pt x="9599" y="57150"/>
                  <a:pt x="0" y="66749"/>
                  <a:pt x="0" y="78581"/>
                </a:cubicBezTo>
                <a:lnTo>
                  <a:pt x="0" y="171450"/>
                </a:lnTo>
                <a:cubicBezTo>
                  <a:pt x="0" y="195114"/>
                  <a:pt x="19199" y="214313"/>
                  <a:pt x="42863" y="214313"/>
                </a:cubicBezTo>
                <a:lnTo>
                  <a:pt x="157163" y="214313"/>
                </a:lnTo>
                <a:cubicBezTo>
                  <a:pt x="180826" y="214313"/>
                  <a:pt x="200025" y="195114"/>
                  <a:pt x="200025" y="171450"/>
                </a:cubicBezTo>
                <a:lnTo>
                  <a:pt x="200025" y="78581"/>
                </a:lnTo>
                <a:cubicBezTo>
                  <a:pt x="200025" y="66749"/>
                  <a:pt x="190426" y="57150"/>
                  <a:pt x="178594" y="57150"/>
                </a:cubicBezTo>
                <a:lnTo>
                  <a:pt x="150019" y="57150"/>
                </a:lnTo>
                <a:lnTo>
                  <a:pt x="150019" y="35719"/>
                </a:lnTo>
                <a:cubicBezTo>
                  <a:pt x="150019" y="8081"/>
                  <a:pt x="127650" y="-14287"/>
                  <a:pt x="100013" y="-14287"/>
                </a:cubicBezTo>
                <a:cubicBezTo>
                  <a:pt x="72375" y="-14287"/>
                  <a:pt x="50006" y="8081"/>
                  <a:pt x="50006" y="35719"/>
                </a:cubicBezTo>
                <a:lnTo>
                  <a:pt x="50006" y="57150"/>
                </a:lnTo>
                <a:close/>
                <a:moveTo>
                  <a:pt x="60722" y="78581"/>
                </a:moveTo>
                <a:cubicBezTo>
                  <a:pt x="66636" y="78581"/>
                  <a:pt x="71438" y="83383"/>
                  <a:pt x="71438" y="89297"/>
                </a:cubicBezTo>
                <a:cubicBezTo>
                  <a:pt x="71438" y="95211"/>
                  <a:pt x="66636" y="100013"/>
                  <a:pt x="60722" y="100013"/>
                </a:cubicBezTo>
                <a:cubicBezTo>
                  <a:pt x="54808" y="100013"/>
                  <a:pt x="50006" y="95211"/>
                  <a:pt x="50006" y="89297"/>
                </a:cubicBezTo>
                <a:cubicBezTo>
                  <a:pt x="50006" y="83383"/>
                  <a:pt x="54808" y="78581"/>
                  <a:pt x="60722" y="78581"/>
                </a:cubicBezTo>
                <a:close/>
                <a:moveTo>
                  <a:pt x="128588" y="89297"/>
                </a:moveTo>
                <a:cubicBezTo>
                  <a:pt x="128588" y="83383"/>
                  <a:pt x="133389" y="78581"/>
                  <a:pt x="139303" y="78581"/>
                </a:cubicBezTo>
                <a:cubicBezTo>
                  <a:pt x="145217" y="78581"/>
                  <a:pt x="150019" y="83383"/>
                  <a:pt x="150019" y="89297"/>
                </a:cubicBezTo>
                <a:cubicBezTo>
                  <a:pt x="150019" y="95211"/>
                  <a:pt x="145217" y="100013"/>
                  <a:pt x="139303" y="100013"/>
                </a:cubicBezTo>
                <a:cubicBezTo>
                  <a:pt x="133389" y="100013"/>
                  <a:pt x="128588" y="95211"/>
                  <a:pt x="128588" y="8929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4" name="Text 11"/>
          <p:cNvSpPr/>
          <p:nvPr/>
        </p:nvSpPr>
        <p:spPr>
          <a:xfrm>
            <a:off x="1304925" y="3362325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Découverte E-commerce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04925" y="3705225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Découverte des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spécificités du développement pour le e-commerce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des enjeux liés à l'expérience utilisateur dans ce secteur.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5063" y="1376363"/>
            <a:ext cx="5591175" cy="3305175"/>
          </a:xfrm>
          <a:custGeom>
            <a:avLst/>
            <a:gdLst/>
            <a:ahLst/>
            <a:cxnLst/>
            <a:rect l="l" t="t" r="r" b="b"/>
            <a:pathLst>
              <a:path w="5591175" h="3305175">
                <a:moveTo>
                  <a:pt x="114280" y="0"/>
                </a:moveTo>
                <a:lnTo>
                  <a:pt x="5476895" y="0"/>
                </a:lnTo>
                <a:cubicBezTo>
                  <a:pt x="5539968" y="0"/>
                  <a:pt x="5591175" y="40476"/>
                  <a:pt x="5591175" y="90330"/>
                </a:cubicBezTo>
                <a:lnTo>
                  <a:pt x="5591175" y="3214845"/>
                </a:lnTo>
                <a:cubicBezTo>
                  <a:pt x="5591175" y="3264733"/>
                  <a:pt x="5540010" y="3305175"/>
                  <a:pt x="5476895" y="3305175"/>
                </a:cubicBezTo>
                <a:lnTo>
                  <a:pt x="114280" y="3305175"/>
                </a:lnTo>
                <a:cubicBezTo>
                  <a:pt x="51207" y="3305175"/>
                  <a:pt x="0" y="3264699"/>
                  <a:pt x="0" y="3214845"/>
                </a:cubicBezTo>
                <a:lnTo>
                  <a:pt x="0" y="90330"/>
                </a:lnTo>
                <a:cubicBezTo>
                  <a:pt x="0" y="40476"/>
                  <a:pt x="51207" y="0"/>
                  <a:pt x="1142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8425" y="1609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94560">
              <a:alpha val="3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600825" y="17621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19" name="Text 16"/>
          <p:cNvSpPr/>
          <p:nvPr/>
        </p:nvSpPr>
        <p:spPr>
          <a:xfrm>
            <a:off x="7134225" y="172402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Résultats Obtenus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72238" y="2371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1" name="Text 18"/>
          <p:cNvSpPr/>
          <p:nvPr/>
        </p:nvSpPr>
        <p:spPr>
          <a:xfrm>
            <a:off x="6797129" y="2333625"/>
            <a:ext cx="4848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 e-commerce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fonctionnel et esthétique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fidèle à l'image de BXTTERFLY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72238" y="3019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3" name="Text 20"/>
          <p:cNvSpPr/>
          <p:nvPr/>
        </p:nvSpPr>
        <p:spPr>
          <a:xfrm>
            <a:off x="6800850" y="2981325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et réactive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 tous les appareils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72238" y="3419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456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0850" y="3381375"/>
            <a:ext cx="3448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945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Retour très positif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 tuteur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98354" y="5753100"/>
            <a:ext cx="3990975" cy="723900"/>
          </a:xfrm>
          <a:custGeom>
            <a:avLst/>
            <a:gdLst/>
            <a:ahLst/>
            <a:cxnLst/>
            <a:rect l="l" t="t" r="r" b="b"/>
            <a:pathLst>
              <a:path w="3990975" h="723900">
                <a:moveTo>
                  <a:pt x="152403" y="0"/>
                </a:moveTo>
                <a:lnTo>
                  <a:pt x="3838572" y="0"/>
                </a:lnTo>
                <a:cubicBezTo>
                  <a:pt x="3922742" y="0"/>
                  <a:pt x="3990975" y="68233"/>
                  <a:pt x="3990975" y="152403"/>
                </a:cubicBezTo>
                <a:lnTo>
                  <a:pt x="3990975" y="571497"/>
                </a:lnTo>
                <a:cubicBezTo>
                  <a:pt x="3990975" y="655667"/>
                  <a:pt x="3922742" y="723900"/>
                  <a:pt x="3838572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E94560"/>
          </a:soli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407917" y="5943600"/>
            <a:ext cx="3371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Merci pour votre attention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BXTTERFLY - BTS SIO SLAM</dc:title>
  <dc:subject>Stage BXTTERFLY - BTS SIO SLAM</dc:subject>
  <dc:creator>Kimi</dc:creator>
  <cp:lastModifiedBy>Kimi</cp:lastModifiedBy>
  <cp:revision>1</cp:revision>
  <dcterms:created xsi:type="dcterms:W3CDTF">2026-03-26T00:21:54Z</dcterms:created>
  <dcterms:modified xsi:type="dcterms:W3CDTF">2026-03-26T00:21:54Z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{"Label":"Stage BXTTERFLY - BTS SIO SLAM","ContentProducer":"001191110108MACG2KBH8F10000","ProduceID":"19d27726-1962-8ab1-8000-00006b852e40","ReservedCode1":"","ContentPropagator":"001191110108MACG2KBH8F20000","PropagateID":"19d27726-1962-8ab1-8000-00006b852e40","ReservedCode2":""}</vt:lpwstr>
  </property>
</Properties>
</file>