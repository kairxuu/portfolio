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Open Sauce" charset="1" panose="00000500000000000000"/>
      <p:regular r:id="rId11"/>
    </p:embeddedFont>
    <p:embeddedFont>
      <p:font typeface="Open Sauce Bold" charset="1" panose="000008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29933"/>
            <a:ext cx="10910528" cy="1271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1"/>
              </a:lnSpc>
            </a:pPr>
            <a:r>
              <a:rPr lang="en-US" sz="9541" spc="-57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Veille technologique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14127" y="7369021"/>
            <a:ext cx="5145173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ETUDIANT EN BTS SIO SLAM</a:t>
            </a:r>
          </a:p>
          <a:p>
            <a:pPr algn="r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456068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KEOLASY ALEXANDRE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15285"/>
            <a:ext cx="15378619" cy="158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1"/>
              </a:lnSpc>
            </a:pPr>
            <a:r>
              <a:rPr lang="en-US" sz="6141" spc="-36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Open Sauce"/>
                <a:ea typeface="Open Sauce"/>
                <a:cs typeface="Open Sauce"/>
                <a:sym typeface="Open Sauce"/>
              </a:rPr>
              <a:t>L'Évolution des Architectures Matérielles : L'intégration des accélérateurs IA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24501" y="1116372"/>
            <a:ext cx="1007640" cy="1007640"/>
            <a:chOff x="0" y="0"/>
            <a:chExt cx="1343520" cy="134352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343520" cy="1343520"/>
              <a:chOff x="0" y="0"/>
              <a:chExt cx="1066800" cy="1066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228600" y="0"/>
                    </a:moveTo>
                    <a:lnTo>
                      <a:pt x="838200" y="0"/>
                    </a:lnTo>
                    <a:cubicBezTo>
                      <a:pt x="964311" y="0"/>
                      <a:pt x="1066800" y="102489"/>
                      <a:pt x="1066800" y="228600"/>
                    </a:cubicBezTo>
                    <a:lnTo>
                      <a:pt x="1066800" y="838200"/>
                    </a:lnTo>
                    <a:cubicBezTo>
                      <a:pt x="1066800" y="964311"/>
                      <a:pt x="964311" y="1066800"/>
                      <a:pt x="838200" y="1066800"/>
                    </a:cubicBezTo>
                    <a:lnTo>
                      <a:pt x="228600" y="1066800"/>
                    </a:lnTo>
                    <a:cubicBezTo>
                      <a:pt x="102489" y="1066800"/>
                      <a:pt x="0" y="964311"/>
                      <a:pt x="0" y="838200"/>
                    </a:cubicBezTo>
                    <a:lnTo>
                      <a:pt x="0" y="228600"/>
                    </a:lnTo>
                    <a:cubicBezTo>
                      <a:pt x="0" y="102489"/>
                      <a:pt x="102489" y="0"/>
                      <a:pt x="2286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50000">
                      <a:alpha val="6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272910" y="311888"/>
              <a:ext cx="809710" cy="719743"/>
            </a:xfrm>
            <a:custGeom>
              <a:avLst/>
              <a:gdLst/>
              <a:ahLst/>
              <a:cxnLst/>
              <a:rect r="r" b="b" t="t" l="l"/>
              <a:pathLst>
                <a:path h="719743" w="809710">
                  <a:moveTo>
                    <a:pt x="0" y="0"/>
                  </a:moveTo>
                  <a:lnTo>
                    <a:pt x="809711" y="0"/>
                  </a:lnTo>
                  <a:lnTo>
                    <a:pt x="809711" y="719743"/>
                  </a:lnTo>
                  <a:lnTo>
                    <a:pt x="0" y="71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59457" y="1116372"/>
            <a:ext cx="1007640" cy="1007640"/>
            <a:chOff x="0" y="0"/>
            <a:chExt cx="1343520" cy="134352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343520" cy="1343520"/>
              <a:chOff x="0" y="0"/>
              <a:chExt cx="1066800" cy="1066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228600" y="0"/>
                    </a:moveTo>
                    <a:lnTo>
                      <a:pt x="838200" y="0"/>
                    </a:lnTo>
                    <a:cubicBezTo>
                      <a:pt x="964311" y="0"/>
                      <a:pt x="1066800" y="102489"/>
                      <a:pt x="1066800" y="228600"/>
                    </a:cubicBezTo>
                    <a:lnTo>
                      <a:pt x="1066800" y="838200"/>
                    </a:lnTo>
                    <a:cubicBezTo>
                      <a:pt x="1066800" y="964311"/>
                      <a:pt x="964311" y="1066800"/>
                      <a:pt x="838200" y="1066800"/>
                    </a:cubicBezTo>
                    <a:lnTo>
                      <a:pt x="228600" y="1066800"/>
                    </a:lnTo>
                    <a:cubicBezTo>
                      <a:pt x="102489" y="1066800"/>
                      <a:pt x="0" y="964311"/>
                      <a:pt x="0" y="838200"/>
                    </a:cubicBezTo>
                    <a:lnTo>
                      <a:pt x="0" y="228600"/>
                    </a:lnTo>
                    <a:cubicBezTo>
                      <a:pt x="0" y="102489"/>
                      <a:pt x="102489" y="0"/>
                      <a:pt x="2286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E00FF">
                      <a:alpha val="1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62878" y="311888"/>
              <a:ext cx="629775" cy="719743"/>
            </a:xfrm>
            <a:custGeom>
              <a:avLst/>
              <a:gdLst/>
              <a:ahLst/>
              <a:cxnLst/>
              <a:rect r="r" b="b" t="t" l="l"/>
              <a:pathLst>
                <a:path h="719743" w="629775">
                  <a:moveTo>
                    <a:pt x="0" y="0"/>
                  </a:moveTo>
                  <a:lnTo>
                    <a:pt x="629775" y="0"/>
                  </a:lnTo>
                  <a:lnTo>
                    <a:pt x="629775" y="719743"/>
                  </a:lnTo>
                  <a:lnTo>
                    <a:pt x="0" y="7197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391497" y="1116372"/>
            <a:ext cx="971285" cy="971285"/>
            <a:chOff x="0" y="0"/>
            <a:chExt cx="1295046" cy="129504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95046" cy="1295046"/>
              <a:chOff x="0" y="0"/>
              <a:chExt cx="1066800" cy="1066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066800" cy="1066800"/>
              </a:xfrm>
              <a:custGeom>
                <a:avLst/>
                <a:gdLst/>
                <a:ahLst/>
                <a:cxnLst/>
                <a:rect r="r" b="b" t="t" l="l"/>
                <a:pathLst>
                  <a:path h="1066800" w="1066800">
                    <a:moveTo>
                      <a:pt x="228600" y="0"/>
                    </a:moveTo>
                    <a:lnTo>
                      <a:pt x="838200" y="0"/>
                    </a:lnTo>
                    <a:cubicBezTo>
                      <a:pt x="964311" y="0"/>
                      <a:pt x="1066800" y="102489"/>
                      <a:pt x="1066800" y="228600"/>
                    </a:cubicBezTo>
                    <a:lnTo>
                      <a:pt x="1066800" y="838200"/>
                    </a:lnTo>
                    <a:cubicBezTo>
                      <a:pt x="1066800" y="964311"/>
                      <a:pt x="964311" y="1066800"/>
                      <a:pt x="838200" y="1066800"/>
                    </a:cubicBezTo>
                    <a:lnTo>
                      <a:pt x="228600" y="1066800"/>
                    </a:lnTo>
                    <a:cubicBezTo>
                      <a:pt x="102489" y="1066800"/>
                      <a:pt x="0" y="964311"/>
                      <a:pt x="0" y="838200"/>
                    </a:cubicBezTo>
                    <a:lnTo>
                      <a:pt x="0" y="228600"/>
                    </a:lnTo>
                    <a:cubicBezTo>
                      <a:pt x="0" y="102489"/>
                      <a:pt x="102489" y="0"/>
                      <a:pt x="2286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000000">
                      <a:alpha val="14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24896" y="224896"/>
              <a:ext cx="845254" cy="845254"/>
            </a:xfrm>
            <a:custGeom>
              <a:avLst/>
              <a:gdLst/>
              <a:ahLst/>
              <a:cxnLst/>
              <a:rect r="r" b="b" t="t" l="l"/>
              <a:pathLst>
                <a:path h="845254" w="845254">
                  <a:moveTo>
                    <a:pt x="0" y="0"/>
                  </a:moveTo>
                  <a:lnTo>
                    <a:pt x="845254" y="0"/>
                  </a:lnTo>
                  <a:lnTo>
                    <a:pt x="845254" y="845254"/>
                  </a:lnTo>
                  <a:lnTo>
                    <a:pt x="0" y="845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05609" y="2414338"/>
            <a:ext cx="4575581" cy="1145858"/>
            <a:chOff x="0" y="0"/>
            <a:chExt cx="6100775" cy="1527810"/>
          </a:xfrm>
        </p:grpSpPr>
        <p:sp>
          <p:nvSpPr>
            <p:cNvPr name="Freeform 15" id="15" descr="https://kimi-img.moonshot.cn/pub/slides/26-03-26-08:39:03-d72809p40tj2qhi2oo5g.png"/>
            <p:cNvSpPr/>
            <p:nvPr/>
          </p:nvSpPr>
          <p:spPr>
            <a:xfrm flipH="false" flipV="false" rot="0">
              <a:off x="0" y="0"/>
              <a:ext cx="6100826" cy="1527810"/>
            </a:xfrm>
            <a:custGeom>
              <a:avLst/>
              <a:gdLst/>
              <a:ahLst/>
              <a:cxnLst/>
              <a:rect r="r" b="b" t="t" l="l"/>
              <a:pathLst>
                <a:path h="1527810" w="6100826">
                  <a:moveTo>
                    <a:pt x="0" y="0"/>
                  </a:moveTo>
                  <a:lnTo>
                    <a:pt x="6100826" y="0"/>
                  </a:lnTo>
                  <a:lnTo>
                    <a:pt x="6100826" y="1527810"/>
                  </a:lnTo>
                  <a:lnTo>
                    <a:pt x="0" y="15278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297" t="0" r="-3296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2696" y="3560195"/>
            <a:ext cx="4575581" cy="1119692"/>
            <a:chOff x="0" y="0"/>
            <a:chExt cx="6100775" cy="1492923"/>
          </a:xfrm>
        </p:grpSpPr>
        <p:sp>
          <p:nvSpPr>
            <p:cNvPr name="Freeform 17" id="17" descr="https://kimi-img.moonshot.cn/pub/slides/26-03-26-08:40:26-d7280ug5jtdudplf61c0.png"/>
            <p:cNvSpPr/>
            <p:nvPr/>
          </p:nvSpPr>
          <p:spPr>
            <a:xfrm flipH="false" flipV="false" rot="0">
              <a:off x="0" y="0"/>
              <a:ext cx="6100826" cy="1492885"/>
            </a:xfrm>
            <a:custGeom>
              <a:avLst/>
              <a:gdLst/>
              <a:ahLst/>
              <a:cxnLst/>
              <a:rect r="r" b="b" t="t" l="l"/>
              <a:pathLst>
                <a:path h="1492885" w="6100826">
                  <a:moveTo>
                    <a:pt x="0" y="0"/>
                  </a:moveTo>
                  <a:lnTo>
                    <a:pt x="6100826" y="0"/>
                  </a:lnTo>
                  <a:lnTo>
                    <a:pt x="6100826" y="1492885"/>
                  </a:lnTo>
                  <a:lnTo>
                    <a:pt x="0" y="1492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080" t="0" r="-2080" b="-2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105609" y="4679887"/>
            <a:ext cx="4572669" cy="1094535"/>
          </a:xfrm>
          <a:custGeom>
            <a:avLst/>
            <a:gdLst/>
            <a:ahLst/>
            <a:cxnLst/>
            <a:rect r="r" b="b" t="t" l="l"/>
            <a:pathLst>
              <a:path h="1094535" w="4572669">
                <a:moveTo>
                  <a:pt x="0" y="0"/>
                </a:moveTo>
                <a:lnTo>
                  <a:pt x="4572669" y="0"/>
                </a:lnTo>
                <a:lnTo>
                  <a:pt x="4572669" y="1094535"/>
                </a:lnTo>
                <a:lnTo>
                  <a:pt x="0" y="10945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8" r="-34983" b="-48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853482" y="2414338"/>
            <a:ext cx="4575581" cy="1605947"/>
            <a:chOff x="0" y="0"/>
            <a:chExt cx="6100775" cy="2141263"/>
          </a:xfrm>
        </p:grpSpPr>
        <p:sp>
          <p:nvSpPr>
            <p:cNvPr name="Freeform 20" id="20" descr="https://kimi-img.moonshot.cn/pub/slides/26-03-26-08:45:13-d72836efn029c895qm40.png"/>
            <p:cNvSpPr/>
            <p:nvPr/>
          </p:nvSpPr>
          <p:spPr>
            <a:xfrm flipH="false" flipV="false" rot="0">
              <a:off x="0" y="0"/>
              <a:ext cx="6100754" cy="2141254"/>
            </a:xfrm>
            <a:custGeom>
              <a:avLst/>
              <a:gdLst/>
              <a:ahLst/>
              <a:cxnLst/>
              <a:rect r="r" b="b" t="t" l="l"/>
              <a:pathLst>
                <a:path h="2141254" w="6100754">
                  <a:moveTo>
                    <a:pt x="0" y="0"/>
                  </a:moveTo>
                  <a:lnTo>
                    <a:pt x="6100754" y="0"/>
                  </a:lnTo>
                  <a:lnTo>
                    <a:pt x="6100754" y="2141254"/>
                  </a:lnTo>
                  <a:lnTo>
                    <a:pt x="0" y="214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6571" r="0" b="-657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853482" y="4149215"/>
            <a:ext cx="4575581" cy="1465357"/>
            <a:chOff x="0" y="0"/>
            <a:chExt cx="8270582" cy="2648702"/>
          </a:xfrm>
        </p:grpSpPr>
        <p:sp>
          <p:nvSpPr>
            <p:cNvPr name="Freeform 22" id="22" descr="https://kimi-img.moonshot.cn/pub/slides/26-03-26-08:46:13-d7283l85jtdudplf7jg0.png"/>
            <p:cNvSpPr/>
            <p:nvPr/>
          </p:nvSpPr>
          <p:spPr>
            <a:xfrm flipH="false" flipV="false" rot="0">
              <a:off x="0" y="0"/>
              <a:ext cx="8270553" cy="2648667"/>
            </a:xfrm>
            <a:custGeom>
              <a:avLst/>
              <a:gdLst/>
              <a:ahLst/>
              <a:cxnLst/>
              <a:rect r="r" b="b" t="t" l="l"/>
              <a:pathLst>
                <a:path h="2648667" w="8270553">
                  <a:moveTo>
                    <a:pt x="0" y="0"/>
                  </a:moveTo>
                  <a:lnTo>
                    <a:pt x="8270553" y="0"/>
                  </a:lnTo>
                  <a:lnTo>
                    <a:pt x="8270553" y="2648667"/>
                  </a:lnTo>
                  <a:lnTo>
                    <a:pt x="0" y="2648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1998" r="0" b="-12001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2600639" y="2288548"/>
            <a:ext cx="4622502" cy="2206193"/>
          </a:xfrm>
          <a:custGeom>
            <a:avLst/>
            <a:gdLst/>
            <a:ahLst/>
            <a:cxnLst/>
            <a:rect r="r" b="b" t="t" l="l"/>
            <a:pathLst>
              <a:path h="2206193" w="4622502">
                <a:moveTo>
                  <a:pt x="0" y="0"/>
                </a:moveTo>
                <a:lnTo>
                  <a:pt x="4622502" y="0"/>
                </a:lnTo>
                <a:lnTo>
                  <a:pt x="4622502" y="2206193"/>
                </a:lnTo>
                <a:lnTo>
                  <a:pt x="0" y="2206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651" t="-3245" r="0" b="-3245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600639" y="4494741"/>
            <a:ext cx="4622502" cy="2047444"/>
          </a:xfrm>
          <a:custGeom>
            <a:avLst/>
            <a:gdLst/>
            <a:ahLst/>
            <a:cxnLst/>
            <a:rect r="r" b="b" t="t" l="l"/>
            <a:pathLst>
              <a:path h="2047444" w="4622502">
                <a:moveTo>
                  <a:pt x="0" y="0"/>
                </a:moveTo>
                <a:lnTo>
                  <a:pt x="4622502" y="0"/>
                </a:lnTo>
                <a:lnTo>
                  <a:pt x="4622502" y="2047444"/>
                </a:lnTo>
                <a:lnTo>
                  <a:pt x="0" y="204744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4140" r="-969" b="-414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44157" y="524741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MÉTHODOLOGIE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2696" y="5967315"/>
            <a:ext cx="4310172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haînes spécialisées en IA, hardware et software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Vulgarisation technologique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Suivi des nouveautés et évolutions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984372" y="5700296"/>
            <a:ext cx="4310172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Facilité à s’informer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56804" y="6494560"/>
            <a:ext cx="4310172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Analyses techniques &amp; Benchmarks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Actualités des OS et Logiciels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Retours d'expérience concrets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8590" y="3744375"/>
            <a:ext cx="1933488" cy="1933488"/>
          </a:xfrm>
          <a:custGeom>
            <a:avLst/>
            <a:gdLst/>
            <a:ahLst/>
            <a:cxnLst/>
            <a:rect r="r" b="b" t="t" l="l"/>
            <a:pathLst>
              <a:path h="1933488" w="1933488">
                <a:moveTo>
                  <a:pt x="0" y="0"/>
                </a:moveTo>
                <a:lnTo>
                  <a:pt x="1933488" y="0"/>
                </a:lnTo>
                <a:lnTo>
                  <a:pt x="1933488" y="1933488"/>
                </a:lnTo>
                <a:lnTo>
                  <a:pt x="0" y="1933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853" t="-31848" r="-31517" b="-3052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34793" y="3744375"/>
            <a:ext cx="3004989" cy="1677996"/>
          </a:xfrm>
          <a:custGeom>
            <a:avLst/>
            <a:gdLst/>
            <a:ahLst/>
            <a:cxnLst/>
            <a:rect r="r" b="b" t="t" l="l"/>
            <a:pathLst>
              <a:path h="1677996" w="3004989">
                <a:moveTo>
                  <a:pt x="0" y="0"/>
                </a:moveTo>
                <a:lnTo>
                  <a:pt x="3004988" y="0"/>
                </a:lnTo>
                <a:lnTo>
                  <a:pt x="3004988" y="1677996"/>
                </a:lnTo>
                <a:lnTo>
                  <a:pt x="0" y="1677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9605" r="0" b="-3947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73532" y="3616629"/>
            <a:ext cx="2543892" cy="1933488"/>
          </a:xfrm>
          <a:custGeom>
            <a:avLst/>
            <a:gdLst/>
            <a:ahLst/>
            <a:cxnLst/>
            <a:rect r="r" b="b" t="t" l="l"/>
            <a:pathLst>
              <a:path h="1933488" w="2543892">
                <a:moveTo>
                  <a:pt x="0" y="0"/>
                </a:moveTo>
                <a:lnTo>
                  <a:pt x="2543892" y="0"/>
                </a:lnTo>
                <a:lnTo>
                  <a:pt x="2543892" y="1933488"/>
                </a:lnTo>
                <a:lnTo>
                  <a:pt x="0" y="1933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785" r="0" b="-15785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207983" y="2874680"/>
            <a:ext cx="1781641" cy="173939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92839" y="1398270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QU’EST CE QUE C’EST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839" y="2096574"/>
            <a:ext cx="16737767" cy="77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L'ordinateur ne repose plus sur un seul processeur "</a:t>
            </a:r>
            <a:r>
              <a:rPr lang="en-US" sz="2300">
                <a:solidFill>
                  <a:srgbClr val="FF3131"/>
                </a:solidFill>
                <a:latin typeface="Open Sauce"/>
                <a:ea typeface="Open Sauce"/>
                <a:cs typeface="Open Sauce"/>
                <a:sym typeface="Open Sauce"/>
              </a:rPr>
              <a:t>à tout faire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", 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mais répartit le travail entre trois spécialistes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531562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0996" y="5876690"/>
            <a:ext cx="408683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CPU (Cerveau Logique)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Gestion globale de l’ordinateur et du système d’exploitation.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40134" y="5748944"/>
            <a:ext cx="3866028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GPU (Moteur de Calcul)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Traitement massif de données et affichage d'images.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11062" y="5748944"/>
            <a:ext cx="482594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GPU (Spécialiste IA)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Accélérateur dédié exclusivement à l'Intelligence Artificielle.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6128" y="8267353"/>
            <a:ext cx="11814040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L'Architecture Homogène → </a:t>
            </a:r>
            <a:r>
              <a:rPr lang="en-US" sz="33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L’Architecture Hétérogène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2839" y="1398270"/>
            <a:ext cx="81153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AVANTAGES ET INCONVÉNIENTS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91684" y="3578073"/>
            <a:ext cx="2871707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AVANTAGES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5315627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19914" y="3578073"/>
            <a:ext cx="3879017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INCONVÉNIENTS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90687" y="4433172"/>
            <a:ext cx="54737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CONFIDENTIALITÉ ET SÉCURITÉ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RÉACTIVITÉ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EFFICIENCE ÉNERGÉTIQUE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21532" y="4433172"/>
            <a:ext cx="687578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COÛT DU MAT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ÉRIEL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COMPLEXITÉ POUR LE DÉVELOPPEMENT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40779" y="7369021"/>
            <a:ext cx="5118521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ETUDIANT EN BTS SIO SLAM</a:t>
            </a:r>
          </a:p>
          <a:p>
            <a:pPr algn="r">
              <a:lnSpc>
                <a:spcPts val="24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57275"/>
            <a:ext cx="456068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KEOLASY ALEXANDRE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DAHJGgzMjHw</dc:identifier>
  <dcterms:modified xsi:type="dcterms:W3CDTF">2011-08-01T06:04:30Z</dcterms:modified>
  <cp:revision>1</cp:revision>
  <dc:title>Veille Tech</dc:title>
</cp:coreProperties>
</file>