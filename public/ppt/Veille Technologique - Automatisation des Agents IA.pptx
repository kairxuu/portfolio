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embeddedFontLst>
    <p:embeddedFont>
      <p:font typeface="Quattrocento Sans" charset="-122" pitchFamily="34"/>
      <p:regular r:id="rId12"/>
    </p:embeddedFont>
    <p:embeddedFont>
      <p:font typeface="Liter" charset="-122" pitchFamily="34"/>
      <p:regular r:id="rId13"/>
    </p:embeddedFont>
    <p:embeddedFont>
      <p:font typeface="Hedvig Letters 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941763" y="1519238"/>
            <a:ext cx="2305050" cy="428625"/>
          </a:xfrm>
          <a:custGeom>
            <a:avLst/>
            <a:gdLst/>
            <a:ahLst/>
            <a:cxnLst/>
            <a:rect l="l" t="t" r="r" b="b"/>
            <a:pathLst>
              <a:path w="2305050" h="428625">
                <a:moveTo>
                  <a:pt x="214313" y="0"/>
                </a:moveTo>
                <a:lnTo>
                  <a:pt x="2090738" y="0"/>
                </a:lnTo>
                <a:cubicBezTo>
                  <a:pt x="2209020" y="0"/>
                  <a:pt x="2305050" y="96030"/>
                  <a:pt x="2305050" y="214313"/>
                </a:cubicBezTo>
                <a:lnTo>
                  <a:pt x="2305050" y="214313"/>
                </a:lnTo>
                <a:cubicBezTo>
                  <a:pt x="2305050" y="332595"/>
                  <a:pt x="2209020" y="428625"/>
                  <a:pt x="20907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32263" y="1638300"/>
            <a:ext cx="19273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BTS SIO - VEILLE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78832" y="2181225"/>
            <a:ext cx="6838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Veille Technologique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326" y="32670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6D8C"/>
              </a:gs>
              <a:gs pos="100000">
                <a:srgbClr val="5E8B7E"/>
              </a:gs>
            </a:gsLst>
            <a:lin ang="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2735982" y="3533775"/>
            <a:ext cx="6724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5E8B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L'Automatisation des Agents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1650" y="4600575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Étude des intelligences artificielles autonomes capables d'exécuter des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tâches complexes en cascade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sans intervention humaine continue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73017" y="5772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0" name="Text 8"/>
          <p:cNvSpPr/>
          <p:nvPr/>
        </p:nvSpPr>
        <p:spPr>
          <a:xfrm>
            <a:off x="5030205" y="575310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Artificielle Autonome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571500"/>
                </a:lnTo>
                <a:cubicBezTo>
                  <a:pt x="76200" y="592528"/>
                  <a:pt x="59128" y="609600"/>
                  <a:pt x="38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/>
              </a:gs>
              <a:gs pos="0">
                <a:srgbClr val="FFFFFF"/>
              </a:gs>
              <a:gs pos="100000">
                <a:srgbClr val="5E8B7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 MÉTHODOLOGIE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858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Principales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Écosystème de sources ciblé et automatisé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8716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4448158"/>
                </a:lnTo>
                <a:cubicBezTo>
                  <a:pt x="3648075" y="4532336"/>
                  <a:pt x="3579836" y="4600575"/>
                  <a:pt x="3495658" y="4600575"/>
                </a:cubicBezTo>
                <a:lnTo>
                  <a:pt x="152417" y="4600575"/>
                </a:lnTo>
                <a:cubicBezTo>
                  <a:pt x="68296" y="4600575"/>
                  <a:pt x="0" y="4532279"/>
                  <a:pt x="0" y="44481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7472" y="2228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06791" y="69261"/>
                </a:moveTo>
                <a:cubicBezTo>
                  <a:pt x="303330" y="56034"/>
                  <a:pt x="292950" y="45653"/>
                  <a:pt x="279834" y="42137"/>
                </a:cubicBezTo>
                <a:cubicBezTo>
                  <a:pt x="256115" y="35719"/>
                  <a:pt x="160790" y="35719"/>
                  <a:pt x="160790" y="35719"/>
                </a:cubicBezTo>
                <a:cubicBezTo>
                  <a:pt x="160790" y="35719"/>
                  <a:pt x="65466" y="35719"/>
                  <a:pt x="41690" y="42137"/>
                </a:cubicBezTo>
                <a:cubicBezTo>
                  <a:pt x="28575" y="45653"/>
                  <a:pt x="18250" y="56034"/>
                  <a:pt x="14734" y="69261"/>
                </a:cubicBezTo>
                <a:cubicBezTo>
                  <a:pt x="8372" y="93204"/>
                  <a:pt x="8372" y="143098"/>
                  <a:pt x="8372" y="143098"/>
                </a:cubicBezTo>
                <a:cubicBezTo>
                  <a:pt x="8372" y="143098"/>
                  <a:pt x="8372" y="192993"/>
                  <a:pt x="14734" y="216936"/>
                </a:cubicBezTo>
                <a:cubicBezTo>
                  <a:pt x="18250" y="230107"/>
                  <a:pt x="28575" y="240097"/>
                  <a:pt x="41690" y="243613"/>
                </a:cubicBezTo>
                <a:cubicBezTo>
                  <a:pt x="65466" y="250031"/>
                  <a:pt x="160790" y="250031"/>
                  <a:pt x="160790" y="250031"/>
                </a:cubicBezTo>
                <a:cubicBezTo>
                  <a:pt x="160790" y="250031"/>
                  <a:pt x="256115" y="250031"/>
                  <a:pt x="279890" y="243613"/>
                </a:cubicBezTo>
                <a:cubicBezTo>
                  <a:pt x="293005" y="240097"/>
                  <a:pt x="303330" y="230107"/>
                  <a:pt x="306846" y="216936"/>
                </a:cubicBezTo>
                <a:cubicBezTo>
                  <a:pt x="313209" y="192993"/>
                  <a:pt x="313209" y="143098"/>
                  <a:pt x="313209" y="143098"/>
                </a:cubicBezTo>
                <a:cubicBezTo>
                  <a:pt x="313209" y="143098"/>
                  <a:pt x="313209" y="93204"/>
                  <a:pt x="306846" y="69261"/>
                </a:cubicBezTo>
                <a:close/>
                <a:moveTo>
                  <a:pt x="129592" y="188416"/>
                </a:moveTo>
                <a:lnTo>
                  <a:pt x="129592" y="97780"/>
                </a:lnTo>
                <a:lnTo>
                  <a:pt x="209234" y="143098"/>
                </a:lnTo>
                <a:lnTo>
                  <a:pt x="129592" y="188416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Text 7"/>
          <p:cNvSpPr/>
          <p:nvPr/>
        </p:nvSpPr>
        <p:spPr>
          <a:xfrm>
            <a:off x="1304925" y="22193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175" y="30837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5" y="3045619"/>
            <a:ext cx="29622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Chaînes spécialisées en IA et développement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8175" y="41648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4126706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Démos techniques et conférences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49791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25" y="4941094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Suivi d'outils comme AutoGPT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8175" y="5793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23925" y="5755481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Vulgarisation technologique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71963" y="18716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4448158"/>
                </a:lnTo>
                <a:cubicBezTo>
                  <a:pt x="3648075" y="4532336"/>
                  <a:pt x="3579836" y="4600575"/>
                  <a:pt x="3495658" y="4600575"/>
                </a:cubicBezTo>
                <a:lnTo>
                  <a:pt x="152417" y="4600575"/>
                </a:lnTo>
                <a:cubicBezTo>
                  <a:pt x="68296" y="4600575"/>
                  <a:pt x="0" y="4532279"/>
                  <a:pt x="0" y="44481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53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31531" y="2228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5191125" y="2219325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Alerts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05325" y="28289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configurées sur 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0088" y="3176588"/>
            <a:ext cx="876300" cy="314325"/>
          </a:xfrm>
          <a:custGeom>
            <a:avLst/>
            <a:gdLst/>
            <a:ahLst/>
            <a:cxnLst/>
            <a:rect l="l" t="t" r="r" b="b"/>
            <a:pathLst>
              <a:path w="876300" h="314325">
                <a:moveTo>
                  <a:pt x="76199" y="0"/>
                </a:moveTo>
                <a:lnTo>
                  <a:pt x="800101" y="0"/>
                </a:lnTo>
                <a:cubicBezTo>
                  <a:pt x="842185" y="0"/>
                  <a:pt x="876300" y="34115"/>
                  <a:pt x="876300" y="76199"/>
                </a:cubicBezTo>
                <a:lnTo>
                  <a:pt x="876300" y="238126"/>
                </a:lnTo>
                <a:cubicBezTo>
                  <a:pt x="876300" y="280210"/>
                  <a:pt x="842185" y="314325"/>
                  <a:pt x="80010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5325" y="3171825"/>
            <a:ext cx="9334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"AI Agents"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3229" y="3176588"/>
            <a:ext cx="1228725" cy="314325"/>
          </a:xfrm>
          <a:custGeom>
            <a:avLst/>
            <a:gdLst/>
            <a:ahLst/>
            <a:cxnLst/>
            <a:rect l="l" t="t" r="r" b="b"/>
            <a:pathLst>
              <a:path w="1228725" h="314325">
                <a:moveTo>
                  <a:pt x="76199" y="0"/>
                </a:moveTo>
                <a:lnTo>
                  <a:pt x="1152526" y="0"/>
                </a:lnTo>
                <a:cubicBezTo>
                  <a:pt x="1194610" y="0"/>
                  <a:pt x="1228725" y="34115"/>
                  <a:pt x="1228725" y="76199"/>
                </a:cubicBezTo>
                <a:lnTo>
                  <a:pt x="1228725" y="238126"/>
                </a:lnTo>
                <a:cubicBezTo>
                  <a:pt x="1228725" y="280210"/>
                  <a:pt x="1194610" y="314325"/>
                  <a:pt x="115252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466" y="3171825"/>
            <a:ext cx="12858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"Autonomous AI"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0088" y="3576638"/>
            <a:ext cx="1257300" cy="314325"/>
          </a:xfrm>
          <a:custGeom>
            <a:avLst/>
            <a:gdLst/>
            <a:ahLst/>
            <a:cxnLst/>
            <a:rect l="l" t="t" r="r" b="b"/>
            <a:pathLst>
              <a:path w="1257300" h="314325">
                <a:moveTo>
                  <a:pt x="76199" y="0"/>
                </a:moveTo>
                <a:lnTo>
                  <a:pt x="1181101" y="0"/>
                </a:lnTo>
                <a:cubicBezTo>
                  <a:pt x="1223185" y="0"/>
                  <a:pt x="1257300" y="34115"/>
                  <a:pt x="1257300" y="76199"/>
                </a:cubicBezTo>
                <a:lnTo>
                  <a:pt x="1257300" y="238126"/>
                </a:lnTo>
                <a:cubicBezTo>
                  <a:pt x="1257300" y="280210"/>
                  <a:pt x="1223185" y="314325"/>
                  <a:pt x="118110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5325" y="3571875"/>
            <a:ext cx="13144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"LLM automation"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33900" y="44719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0" name="Text 28"/>
          <p:cNvSpPr/>
          <p:nvPr/>
        </p:nvSpPr>
        <p:spPr>
          <a:xfrm>
            <a:off x="4810125" y="4433888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Réception automatique d'actualités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24375" y="56245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2" name="Text 30"/>
          <p:cNvSpPr/>
          <p:nvPr/>
        </p:nvSpPr>
        <p:spPr>
          <a:xfrm>
            <a:off x="4810125" y="5586413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Mots-clés spécifiques ciblés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8163" y="1871663"/>
            <a:ext cx="3648075" cy="4600575"/>
          </a:xfrm>
          <a:custGeom>
            <a:avLst/>
            <a:gdLst/>
            <a:ahLst/>
            <a:cxnLst/>
            <a:rect l="l" t="t" r="r" b="b"/>
            <a:pathLst>
              <a:path w="3648075" h="46005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4448158"/>
                </a:lnTo>
                <a:cubicBezTo>
                  <a:pt x="3648075" y="4532336"/>
                  <a:pt x="3579836" y="4600575"/>
                  <a:pt x="3495658" y="4600575"/>
                </a:cubicBezTo>
                <a:lnTo>
                  <a:pt x="152417" y="4600575"/>
                </a:lnTo>
                <a:cubicBezTo>
                  <a:pt x="68296" y="4600575"/>
                  <a:pt x="0" y="4532279"/>
                  <a:pt x="0" y="44481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15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35591" y="22288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7523" y="200806"/>
                </a:moveTo>
                <a:cubicBezTo>
                  <a:pt x="209345" y="182780"/>
                  <a:pt x="223242" y="155544"/>
                  <a:pt x="223242" y="125016"/>
                </a:cubicBezTo>
                <a:cubicBezTo>
                  <a:pt x="223242" y="70768"/>
                  <a:pt x="179263" y="26789"/>
                  <a:pt x="125016" y="26789"/>
                </a:cubicBezTo>
                <a:cubicBezTo>
                  <a:pt x="70768" y="26789"/>
                  <a:pt x="26789" y="70768"/>
                  <a:pt x="26789" y="125016"/>
                </a:cubicBezTo>
                <a:cubicBezTo>
                  <a:pt x="26789" y="155544"/>
                  <a:pt x="40686" y="182780"/>
                  <a:pt x="62508" y="200806"/>
                </a:cubicBezTo>
                <a:cubicBezTo>
                  <a:pt x="62731" y="210629"/>
                  <a:pt x="64294" y="223354"/>
                  <a:pt x="66080" y="235297"/>
                </a:cubicBezTo>
                <a:cubicBezTo>
                  <a:pt x="26789" y="214257"/>
                  <a:pt x="0" y="172734"/>
                  <a:pt x="0" y="125016"/>
                </a:cubicBezTo>
                <a:cubicBezTo>
                  <a:pt x="0" y="55978"/>
                  <a:pt x="55978" y="0"/>
                  <a:pt x="125016" y="0"/>
                </a:cubicBezTo>
                <a:cubicBezTo>
                  <a:pt x="194053" y="0"/>
                  <a:pt x="250031" y="55978"/>
                  <a:pt x="250031" y="125016"/>
                </a:cubicBezTo>
                <a:cubicBezTo>
                  <a:pt x="250031" y="172789"/>
                  <a:pt x="223242" y="214257"/>
                  <a:pt x="183896" y="235297"/>
                </a:cubicBezTo>
                <a:cubicBezTo>
                  <a:pt x="185738" y="223354"/>
                  <a:pt x="187244" y="210629"/>
                  <a:pt x="187468" y="200806"/>
                </a:cubicBezTo>
                <a:close/>
                <a:moveTo>
                  <a:pt x="179710" y="171004"/>
                </a:moveTo>
                <a:cubicBezTo>
                  <a:pt x="175078" y="163971"/>
                  <a:pt x="168994" y="158948"/>
                  <a:pt x="162744" y="155488"/>
                </a:cubicBezTo>
                <a:cubicBezTo>
                  <a:pt x="161572" y="154874"/>
                  <a:pt x="160400" y="154260"/>
                  <a:pt x="159227" y="153702"/>
                </a:cubicBezTo>
                <a:cubicBezTo>
                  <a:pt x="165757" y="145945"/>
                  <a:pt x="169720" y="135899"/>
                  <a:pt x="169720" y="124960"/>
                </a:cubicBezTo>
                <a:cubicBezTo>
                  <a:pt x="169720" y="100292"/>
                  <a:pt x="149740" y="80311"/>
                  <a:pt x="125071" y="80311"/>
                </a:cubicBezTo>
                <a:cubicBezTo>
                  <a:pt x="100403" y="80311"/>
                  <a:pt x="80423" y="100292"/>
                  <a:pt x="80423" y="124960"/>
                </a:cubicBezTo>
                <a:cubicBezTo>
                  <a:pt x="80423" y="135899"/>
                  <a:pt x="84386" y="145945"/>
                  <a:pt x="90915" y="153702"/>
                </a:cubicBezTo>
                <a:cubicBezTo>
                  <a:pt x="89743" y="154260"/>
                  <a:pt x="88571" y="154818"/>
                  <a:pt x="87399" y="155488"/>
                </a:cubicBezTo>
                <a:cubicBezTo>
                  <a:pt x="81149" y="158948"/>
                  <a:pt x="75065" y="163971"/>
                  <a:pt x="70433" y="171004"/>
                </a:cubicBezTo>
                <a:cubicBezTo>
                  <a:pt x="59941" y="158558"/>
                  <a:pt x="53634" y="142540"/>
                  <a:pt x="53634" y="125016"/>
                </a:cubicBezTo>
                <a:cubicBezTo>
                  <a:pt x="53634" y="85558"/>
                  <a:pt x="85613" y="53578"/>
                  <a:pt x="125071" y="53578"/>
                </a:cubicBezTo>
                <a:cubicBezTo>
                  <a:pt x="164529" y="53578"/>
                  <a:pt x="196509" y="85558"/>
                  <a:pt x="196509" y="125016"/>
                </a:cubicBezTo>
                <a:cubicBezTo>
                  <a:pt x="196509" y="142540"/>
                  <a:pt x="190202" y="158614"/>
                  <a:pt x="179710" y="171004"/>
                </a:cubicBezTo>
                <a:close/>
                <a:moveTo>
                  <a:pt x="125016" y="174129"/>
                </a:moveTo>
                <a:cubicBezTo>
                  <a:pt x="143377" y="174129"/>
                  <a:pt x="160734" y="178929"/>
                  <a:pt x="160734" y="198574"/>
                </a:cubicBezTo>
                <a:cubicBezTo>
                  <a:pt x="160734" y="216991"/>
                  <a:pt x="153535" y="256673"/>
                  <a:pt x="149237" y="272746"/>
                </a:cubicBezTo>
                <a:cubicBezTo>
                  <a:pt x="146391" y="283350"/>
                  <a:pt x="135564" y="285806"/>
                  <a:pt x="125016" y="285806"/>
                </a:cubicBezTo>
                <a:cubicBezTo>
                  <a:pt x="114467" y="285806"/>
                  <a:pt x="103696" y="283350"/>
                  <a:pt x="100794" y="272746"/>
                </a:cubicBezTo>
                <a:cubicBezTo>
                  <a:pt x="96441" y="256840"/>
                  <a:pt x="89297" y="217103"/>
                  <a:pt x="89297" y="198630"/>
                </a:cubicBezTo>
                <a:cubicBezTo>
                  <a:pt x="89297" y="179040"/>
                  <a:pt x="106654" y="174185"/>
                  <a:pt x="125016" y="174185"/>
                </a:cubicBezTo>
                <a:close/>
                <a:moveTo>
                  <a:pt x="125016" y="102691"/>
                </a:moveTo>
                <a:cubicBezTo>
                  <a:pt x="137337" y="102691"/>
                  <a:pt x="147340" y="112695"/>
                  <a:pt x="147340" y="125016"/>
                </a:cubicBezTo>
                <a:cubicBezTo>
                  <a:pt x="147340" y="137337"/>
                  <a:pt x="137337" y="147340"/>
                  <a:pt x="125016" y="147340"/>
                </a:cubicBezTo>
                <a:cubicBezTo>
                  <a:pt x="112695" y="147340"/>
                  <a:pt x="102691" y="137337"/>
                  <a:pt x="102691" y="125016"/>
                </a:cubicBezTo>
                <a:cubicBezTo>
                  <a:pt x="102691" y="112695"/>
                  <a:pt x="112695" y="102691"/>
                  <a:pt x="125016" y="10269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9077325" y="2219325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Podcasts Tech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20100" y="3219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66675"/>
                </a:moveTo>
                <a:cubicBezTo>
                  <a:pt x="19050" y="40362"/>
                  <a:pt x="40362" y="19050"/>
                  <a:pt x="66675" y="19050"/>
                </a:cubicBezTo>
                <a:cubicBezTo>
                  <a:pt x="92988" y="19050"/>
                  <a:pt x="114300" y="40362"/>
                  <a:pt x="114300" y="66675"/>
                </a:cubicBezTo>
                <a:lnTo>
                  <a:pt x="114300" y="77837"/>
                </a:lnTo>
                <a:cubicBezTo>
                  <a:pt x="111323" y="76795"/>
                  <a:pt x="108109" y="76200"/>
                  <a:pt x="104775" y="76200"/>
                </a:cubicBezTo>
                <a:lnTo>
                  <a:pt x="100013" y="76200"/>
                </a:lnTo>
                <a:cubicBezTo>
                  <a:pt x="92125" y="76200"/>
                  <a:pt x="85725" y="82600"/>
                  <a:pt x="85725" y="90488"/>
                </a:cubicBezTo>
                <a:lnTo>
                  <a:pt x="85725" y="128588"/>
                </a:lnTo>
                <a:cubicBezTo>
                  <a:pt x="85725" y="136475"/>
                  <a:pt x="92125" y="142875"/>
                  <a:pt x="100013" y="142875"/>
                </a:cubicBezTo>
                <a:lnTo>
                  <a:pt x="104775" y="142875"/>
                </a:lnTo>
                <a:cubicBezTo>
                  <a:pt x="120551" y="142875"/>
                  <a:pt x="133350" y="130076"/>
                  <a:pt x="133350" y="114300"/>
                </a:cubicBezTo>
                <a:lnTo>
                  <a:pt x="133350" y="66675"/>
                </a:lnTo>
                <a:cubicBezTo>
                  <a:pt x="133350" y="29855"/>
                  <a:pt x="103495" y="0"/>
                  <a:pt x="66675" y="0"/>
                </a:cubicBezTo>
                <a:cubicBezTo>
                  <a:pt x="29855" y="0"/>
                  <a:pt x="0" y="29855"/>
                  <a:pt x="0" y="66675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33338" y="142875"/>
                </a:lnTo>
                <a:cubicBezTo>
                  <a:pt x="41225" y="142875"/>
                  <a:pt x="47625" y="136475"/>
                  <a:pt x="47625" y="128588"/>
                </a:cubicBezTo>
                <a:lnTo>
                  <a:pt x="47625" y="90488"/>
                </a:lnTo>
                <a:cubicBezTo>
                  <a:pt x="47625" y="82600"/>
                  <a:pt x="41225" y="76200"/>
                  <a:pt x="33338" y="76200"/>
                </a:cubicBezTo>
                <a:lnTo>
                  <a:pt x="28575" y="76200"/>
                </a:lnTo>
                <a:cubicBezTo>
                  <a:pt x="25241" y="76200"/>
                  <a:pt x="22027" y="76766"/>
                  <a:pt x="19050" y="77837"/>
                </a:cubicBezTo>
                <a:lnTo>
                  <a:pt x="19050" y="66675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8" name="Text 36"/>
          <p:cNvSpPr/>
          <p:nvPr/>
        </p:nvSpPr>
        <p:spPr>
          <a:xfrm>
            <a:off x="8696325" y="318135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Écoute lors des déplacements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10575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0006" y="16669"/>
                </a:moveTo>
                <a:lnTo>
                  <a:pt x="50006" y="28575"/>
                </a:lnTo>
                <a:lnTo>
                  <a:pt x="26759" y="28575"/>
                </a:lnTo>
                <a:cubicBezTo>
                  <a:pt x="22503" y="28575"/>
                  <a:pt x="19050" y="32028"/>
                  <a:pt x="19050" y="36284"/>
                </a:cubicBezTo>
                <a:cubicBezTo>
                  <a:pt x="19050" y="37475"/>
                  <a:pt x="19318" y="38666"/>
                  <a:pt x="19854" y="39737"/>
                </a:cubicBezTo>
                <a:lnTo>
                  <a:pt x="29795" y="59621"/>
                </a:lnTo>
                <a:cubicBezTo>
                  <a:pt x="26402" y="60156"/>
                  <a:pt x="23783" y="63103"/>
                  <a:pt x="23783" y="66675"/>
                </a:cubicBezTo>
                <a:cubicBezTo>
                  <a:pt x="23783" y="70634"/>
                  <a:pt x="26968" y="73819"/>
                  <a:pt x="30926" y="73819"/>
                </a:cubicBezTo>
                <a:lnTo>
                  <a:pt x="32593" y="73819"/>
                </a:lnTo>
                <a:lnTo>
                  <a:pt x="28545" y="114300"/>
                </a:lnTo>
                <a:lnTo>
                  <a:pt x="11817" y="135225"/>
                </a:lnTo>
                <a:cubicBezTo>
                  <a:pt x="10329" y="137100"/>
                  <a:pt x="9495" y="139422"/>
                  <a:pt x="9495" y="141833"/>
                </a:cubicBezTo>
                <a:cubicBezTo>
                  <a:pt x="9495" y="147667"/>
                  <a:pt x="14228" y="152400"/>
                  <a:pt x="20062" y="152400"/>
                </a:cubicBezTo>
                <a:lnTo>
                  <a:pt x="94149" y="152400"/>
                </a:lnTo>
                <a:cubicBezTo>
                  <a:pt x="99983" y="152400"/>
                  <a:pt x="104715" y="147667"/>
                  <a:pt x="104715" y="141833"/>
                </a:cubicBezTo>
                <a:cubicBezTo>
                  <a:pt x="104715" y="139422"/>
                  <a:pt x="103912" y="137100"/>
                  <a:pt x="102394" y="135225"/>
                </a:cubicBezTo>
                <a:lnTo>
                  <a:pt x="85725" y="114300"/>
                </a:lnTo>
                <a:lnTo>
                  <a:pt x="81677" y="73819"/>
                </a:lnTo>
                <a:lnTo>
                  <a:pt x="83344" y="73819"/>
                </a:lnTo>
                <a:cubicBezTo>
                  <a:pt x="87303" y="73819"/>
                  <a:pt x="90488" y="70634"/>
                  <a:pt x="90488" y="66675"/>
                </a:cubicBezTo>
                <a:cubicBezTo>
                  <a:pt x="90488" y="63133"/>
                  <a:pt x="87898" y="60156"/>
                  <a:pt x="84475" y="59621"/>
                </a:cubicBezTo>
                <a:lnTo>
                  <a:pt x="94417" y="39737"/>
                </a:lnTo>
                <a:cubicBezTo>
                  <a:pt x="94952" y="38666"/>
                  <a:pt x="95220" y="37475"/>
                  <a:pt x="95220" y="36284"/>
                </a:cubicBezTo>
                <a:cubicBezTo>
                  <a:pt x="95220" y="32028"/>
                  <a:pt x="91767" y="28575"/>
                  <a:pt x="87511" y="28575"/>
                </a:cubicBezTo>
                <a:lnTo>
                  <a:pt x="64264" y="28575"/>
                </a:lnTo>
                <a:lnTo>
                  <a:pt x="64264" y="16669"/>
                </a:lnTo>
                <a:lnTo>
                  <a:pt x="69026" y="16669"/>
                </a:lnTo>
                <a:cubicBezTo>
                  <a:pt x="72985" y="16669"/>
                  <a:pt x="76170" y="13484"/>
                  <a:pt x="76170" y="9525"/>
                </a:cubicBezTo>
                <a:cubicBezTo>
                  <a:pt x="76170" y="5566"/>
                  <a:pt x="73015" y="2381"/>
                  <a:pt x="69056" y="2381"/>
                </a:cubicBezTo>
                <a:lnTo>
                  <a:pt x="64294" y="2381"/>
                </a:lnTo>
                <a:lnTo>
                  <a:pt x="64294" y="-2381"/>
                </a:lnTo>
                <a:cubicBezTo>
                  <a:pt x="64294" y="-6340"/>
                  <a:pt x="61109" y="-9525"/>
                  <a:pt x="57150" y="-9525"/>
                </a:cubicBezTo>
                <a:cubicBezTo>
                  <a:pt x="53191" y="-9525"/>
                  <a:pt x="50006" y="-6340"/>
                  <a:pt x="50006" y="-2381"/>
                </a:cubicBezTo>
                <a:lnTo>
                  <a:pt x="50006" y="2381"/>
                </a:lnTo>
                <a:lnTo>
                  <a:pt x="45244" y="2381"/>
                </a:lnTo>
                <a:cubicBezTo>
                  <a:pt x="41285" y="2381"/>
                  <a:pt x="38100" y="5566"/>
                  <a:pt x="38100" y="9525"/>
                </a:cubicBezTo>
                <a:cubicBezTo>
                  <a:pt x="38100" y="13484"/>
                  <a:pt x="41285" y="16669"/>
                  <a:pt x="45244" y="16669"/>
                </a:cubicBezTo>
                <a:lnTo>
                  <a:pt x="50006" y="16669"/>
                </a:lnTo>
                <a:close/>
                <a:moveTo>
                  <a:pt x="96976" y="83225"/>
                </a:moveTo>
                <a:lnTo>
                  <a:pt x="99506" y="108674"/>
                </a:lnTo>
                <a:lnTo>
                  <a:pt x="113615" y="126296"/>
                </a:lnTo>
                <a:lnTo>
                  <a:pt x="114866" y="127992"/>
                </a:lnTo>
                <a:cubicBezTo>
                  <a:pt x="117604" y="132070"/>
                  <a:pt x="119062" y="136892"/>
                  <a:pt x="119062" y="141833"/>
                </a:cubicBezTo>
                <a:cubicBezTo>
                  <a:pt x="119062" y="145613"/>
                  <a:pt x="118229" y="149215"/>
                  <a:pt x="116711" y="152400"/>
                </a:cubicBezTo>
                <a:lnTo>
                  <a:pt x="141446" y="152400"/>
                </a:lnTo>
                <a:cubicBezTo>
                  <a:pt x="147489" y="152400"/>
                  <a:pt x="152400" y="147489"/>
                  <a:pt x="152400" y="141446"/>
                </a:cubicBezTo>
                <a:cubicBezTo>
                  <a:pt x="152400" y="139273"/>
                  <a:pt x="151745" y="137160"/>
                  <a:pt x="150555" y="135374"/>
                </a:cubicBezTo>
                <a:lnTo>
                  <a:pt x="142875" y="123855"/>
                </a:lnTo>
                <a:lnTo>
                  <a:pt x="142875" y="104805"/>
                </a:lnTo>
                <a:lnTo>
                  <a:pt x="146834" y="100846"/>
                </a:lnTo>
                <a:cubicBezTo>
                  <a:pt x="150406" y="97274"/>
                  <a:pt x="152400" y="92422"/>
                  <a:pt x="152400" y="87362"/>
                </a:cubicBezTo>
                <a:lnTo>
                  <a:pt x="152400" y="57150"/>
                </a:lnTo>
                <a:cubicBezTo>
                  <a:pt x="152400" y="51881"/>
                  <a:pt x="148144" y="47625"/>
                  <a:pt x="142875" y="47625"/>
                </a:cubicBezTo>
                <a:cubicBezTo>
                  <a:pt x="137606" y="47625"/>
                  <a:pt x="133350" y="51881"/>
                  <a:pt x="133350" y="57150"/>
                </a:cubicBezTo>
                <a:lnTo>
                  <a:pt x="133350" y="61912"/>
                </a:lnTo>
                <a:lnTo>
                  <a:pt x="123825" y="61912"/>
                </a:lnTo>
                <a:lnTo>
                  <a:pt x="123825" y="57150"/>
                </a:lnTo>
                <a:cubicBezTo>
                  <a:pt x="123825" y="51881"/>
                  <a:pt x="119569" y="47625"/>
                  <a:pt x="114300" y="47625"/>
                </a:cubicBezTo>
                <a:cubicBezTo>
                  <a:pt x="109031" y="47625"/>
                  <a:pt x="104775" y="51881"/>
                  <a:pt x="104775" y="57150"/>
                </a:cubicBezTo>
                <a:lnTo>
                  <a:pt x="104775" y="66675"/>
                </a:lnTo>
                <a:cubicBezTo>
                  <a:pt x="104775" y="73343"/>
                  <a:pt x="101739" y="79296"/>
                  <a:pt x="96976" y="8322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0" name="Text 38"/>
          <p:cNvSpPr/>
          <p:nvPr/>
        </p:nvSpPr>
        <p:spPr>
          <a:xfrm>
            <a:off x="8696325" y="4267200"/>
            <a:ext cx="29622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Compréhension des enjeux stratégiques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01050" y="5657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2" name="Text 40"/>
          <p:cNvSpPr/>
          <p:nvPr/>
        </p:nvSpPr>
        <p:spPr>
          <a:xfrm>
            <a:off x="8696325" y="5619750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Retours d'expérience concrets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571500"/>
                </a:lnTo>
                <a:cubicBezTo>
                  <a:pt x="76200" y="592528"/>
                  <a:pt x="59128" y="609600"/>
                  <a:pt x="38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/>
              </a:gs>
              <a:gs pos="0">
                <a:srgbClr val="FFFFFF"/>
              </a:gs>
              <a:gs pos="100000">
                <a:srgbClr val="5E8B7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 MÉTHODOLOGIE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858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Principales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Écosystème de sources ciblé et automatisé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1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7472" y="2228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06791" y="69261"/>
                </a:moveTo>
                <a:cubicBezTo>
                  <a:pt x="303330" y="56034"/>
                  <a:pt x="292950" y="45653"/>
                  <a:pt x="279834" y="42137"/>
                </a:cubicBezTo>
                <a:cubicBezTo>
                  <a:pt x="256115" y="35719"/>
                  <a:pt x="160790" y="35719"/>
                  <a:pt x="160790" y="35719"/>
                </a:cubicBezTo>
                <a:cubicBezTo>
                  <a:pt x="160790" y="35719"/>
                  <a:pt x="65466" y="35719"/>
                  <a:pt x="41690" y="42137"/>
                </a:cubicBezTo>
                <a:cubicBezTo>
                  <a:pt x="28575" y="45653"/>
                  <a:pt x="18250" y="56034"/>
                  <a:pt x="14734" y="69261"/>
                </a:cubicBezTo>
                <a:cubicBezTo>
                  <a:pt x="8372" y="93204"/>
                  <a:pt x="8372" y="143098"/>
                  <a:pt x="8372" y="143098"/>
                </a:cubicBezTo>
                <a:cubicBezTo>
                  <a:pt x="8372" y="143098"/>
                  <a:pt x="8372" y="192993"/>
                  <a:pt x="14734" y="216936"/>
                </a:cubicBezTo>
                <a:cubicBezTo>
                  <a:pt x="18250" y="230107"/>
                  <a:pt x="28575" y="240097"/>
                  <a:pt x="41690" y="243613"/>
                </a:cubicBezTo>
                <a:cubicBezTo>
                  <a:pt x="65466" y="250031"/>
                  <a:pt x="160790" y="250031"/>
                  <a:pt x="160790" y="250031"/>
                </a:cubicBezTo>
                <a:cubicBezTo>
                  <a:pt x="160790" y="250031"/>
                  <a:pt x="256115" y="250031"/>
                  <a:pt x="279890" y="243613"/>
                </a:cubicBezTo>
                <a:cubicBezTo>
                  <a:pt x="293005" y="240097"/>
                  <a:pt x="303330" y="230107"/>
                  <a:pt x="306846" y="216936"/>
                </a:cubicBezTo>
                <a:cubicBezTo>
                  <a:pt x="313209" y="192993"/>
                  <a:pt x="313209" y="143098"/>
                  <a:pt x="313209" y="143098"/>
                </a:cubicBezTo>
                <a:cubicBezTo>
                  <a:pt x="313209" y="143098"/>
                  <a:pt x="313209" y="93204"/>
                  <a:pt x="306846" y="69261"/>
                </a:cubicBezTo>
                <a:close/>
                <a:moveTo>
                  <a:pt x="129592" y="188416"/>
                </a:moveTo>
                <a:lnTo>
                  <a:pt x="129592" y="97780"/>
                </a:lnTo>
                <a:lnTo>
                  <a:pt x="209234" y="143098"/>
                </a:lnTo>
                <a:lnTo>
                  <a:pt x="129592" y="188416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Text 6"/>
          <p:cNvSpPr/>
          <p:nvPr/>
        </p:nvSpPr>
        <p:spPr>
          <a:xfrm>
            <a:off x="1304925" y="22193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53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31531" y="2228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5191125" y="2219325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Alerts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91525" y="2105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35591" y="22288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7523" y="200806"/>
                </a:moveTo>
                <a:cubicBezTo>
                  <a:pt x="209345" y="182780"/>
                  <a:pt x="223242" y="155544"/>
                  <a:pt x="223242" y="125016"/>
                </a:cubicBezTo>
                <a:cubicBezTo>
                  <a:pt x="223242" y="70768"/>
                  <a:pt x="179263" y="26789"/>
                  <a:pt x="125016" y="26789"/>
                </a:cubicBezTo>
                <a:cubicBezTo>
                  <a:pt x="70768" y="26789"/>
                  <a:pt x="26789" y="70768"/>
                  <a:pt x="26789" y="125016"/>
                </a:cubicBezTo>
                <a:cubicBezTo>
                  <a:pt x="26789" y="155544"/>
                  <a:pt x="40686" y="182780"/>
                  <a:pt x="62508" y="200806"/>
                </a:cubicBezTo>
                <a:cubicBezTo>
                  <a:pt x="62731" y="210629"/>
                  <a:pt x="64294" y="223354"/>
                  <a:pt x="66080" y="235297"/>
                </a:cubicBezTo>
                <a:cubicBezTo>
                  <a:pt x="26789" y="214257"/>
                  <a:pt x="0" y="172734"/>
                  <a:pt x="0" y="125016"/>
                </a:cubicBezTo>
                <a:cubicBezTo>
                  <a:pt x="0" y="55978"/>
                  <a:pt x="55978" y="0"/>
                  <a:pt x="125016" y="0"/>
                </a:cubicBezTo>
                <a:cubicBezTo>
                  <a:pt x="194053" y="0"/>
                  <a:pt x="250031" y="55978"/>
                  <a:pt x="250031" y="125016"/>
                </a:cubicBezTo>
                <a:cubicBezTo>
                  <a:pt x="250031" y="172789"/>
                  <a:pt x="223242" y="214257"/>
                  <a:pt x="183896" y="235297"/>
                </a:cubicBezTo>
                <a:cubicBezTo>
                  <a:pt x="185738" y="223354"/>
                  <a:pt x="187244" y="210629"/>
                  <a:pt x="187468" y="200806"/>
                </a:cubicBezTo>
                <a:close/>
                <a:moveTo>
                  <a:pt x="179710" y="171004"/>
                </a:moveTo>
                <a:cubicBezTo>
                  <a:pt x="175078" y="163971"/>
                  <a:pt x="168994" y="158948"/>
                  <a:pt x="162744" y="155488"/>
                </a:cubicBezTo>
                <a:cubicBezTo>
                  <a:pt x="161572" y="154874"/>
                  <a:pt x="160400" y="154260"/>
                  <a:pt x="159227" y="153702"/>
                </a:cubicBezTo>
                <a:cubicBezTo>
                  <a:pt x="165757" y="145945"/>
                  <a:pt x="169720" y="135899"/>
                  <a:pt x="169720" y="124960"/>
                </a:cubicBezTo>
                <a:cubicBezTo>
                  <a:pt x="169720" y="100292"/>
                  <a:pt x="149740" y="80311"/>
                  <a:pt x="125071" y="80311"/>
                </a:cubicBezTo>
                <a:cubicBezTo>
                  <a:pt x="100403" y="80311"/>
                  <a:pt x="80423" y="100292"/>
                  <a:pt x="80423" y="124960"/>
                </a:cubicBezTo>
                <a:cubicBezTo>
                  <a:pt x="80423" y="135899"/>
                  <a:pt x="84386" y="145945"/>
                  <a:pt x="90915" y="153702"/>
                </a:cubicBezTo>
                <a:cubicBezTo>
                  <a:pt x="89743" y="154260"/>
                  <a:pt x="88571" y="154818"/>
                  <a:pt x="87399" y="155488"/>
                </a:cubicBezTo>
                <a:cubicBezTo>
                  <a:pt x="81149" y="158948"/>
                  <a:pt x="75065" y="163971"/>
                  <a:pt x="70433" y="171004"/>
                </a:cubicBezTo>
                <a:cubicBezTo>
                  <a:pt x="59941" y="158558"/>
                  <a:pt x="53634" y="142540"/>
                  <a:pt x="53634" y="125016"/>
                </a:cubicBezTo>
                <a:cubicBezTo>
                  <a:pt x="53634" y="85558"/>
                  <a:pt x="85613" y="53578"/>
                  <a:pt x="125071" y="53578"/>
                </a:cubicBezTo>
                <a:cubicBezTo>
                  <a:pt x="164529" y="53578"/>
                  <a:pt x="196509" y="85558"/>
                  <a:pt x="196509" y="125016"/>
                </a:cubicBezTo>
                <a:cubicBezTo>
                  <a:pt x="196509" y="142540"/>
                  <a:pt x="190202" y="158614"/>
                  <a:pt x="179710" y="171004"/>
                </a:cubicBezTo>
                <a:close/>
                <a:moveTo>
                  <a:pt x="125016" y="174129"/>
                </a:moveTo>
                <a:cubicBezTo>
                  <a:pt x="143377" y="174129"/>
                  <a:pt x="160734" y="178929"/>
                  <a:pt x="160734" y="198574"/>
                </a:cubicBezTo>
                <a:cubicBezTo>
                  <a:pt x="160734" y="216991"/>
                  <a:pt x="153535" y="256673"/>
                  <a:pt x="149237" y="272746"/>
                </a:cubicBezTo>
                <a:cubicBezTo>
                  <a:pt x="146391" y="283350"/>
                  <a:pt x="135564" y="285806"/>
                  <a:pt x="125016" y="285806"/>
                </a:cubicBezTo>
                <a:cubicBezTo>
                  <a:pt x="114467" y="285806"/>
                  <a:pt x="103696" y="283350"/>
                  <a:pt x="100794" y="272746"/>
                </a:cubicBezTo>
                <a:cubicBezTo>
                  <a:pt x="96441" y="256840"/>
                  <a:pt x="89297" y="217103"/>
                  <a:pt x="89297" y="198630"/>
                </a:cubicBezTo>
                <a:cubicBezTo>
                  <a:pt x="89297" y="179040"/>
                  <a:pt x="106654" y="174185"/>
                  <a:pt x="125016" y="174185"/>
                </a:cubicBezTo>
                <a:close/>
                <a:moveTo>
                  <a:pt x="125016" y="102691"/>
                </a:moveTo>
                <a:cubicBezTo>
                  <a:pt x="137337" y="102691"/>
                  <a:pt x="147340" y="112695"/>
                  <a:pt x="147340" y="125016"/>
                </a:cubicBezTo>
                <a:cubicBezTo>
                  <a:pt x="147340" y="137337"/>
                  <a:pt x="137337" y="147340"/>
                  <a:pt x="125016" y="147340"/>
                </a:cubicBezTo>
                <a:cubicBezTo>
                  <a:pt x="112695" y="147340"/>
                  <a:pt x="102691" y="137337"/>
                  <a:pt x="102691" y="125016"/>
                </a:cubicBezTo>
                <a:cubicBezTo>
                  <a:pt x="102691" y="112695"/>
                  <a:pt x="112695" y="102691"/>
                  <a:pt x="125016" y="10269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9077325" y="2219325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Podcasts Tech</a:t>
            </a:r>
            <a:endParaRPr lang="en-US" sz="1600" dirty="0"/>
          </a:p>
        </p:txBody>
      </p:sp>
      <p:pic>
        <p:nvPicPr>
          <p:cNvPr id="15" name="Image 0" descr="https://kimi-img.moonshot.cn/pub/slides/26-03-26-08:36:47-d727v7qj4egn3ntt92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33616"/>
            <a:ext cx="3050389" cy="746460"/>
          </a:xfrm>
          <a:prstGeom prst="rect">
            <a:avLst/>
          </a:prstGeom>
        </p:spPr>
      </p:pic>
      <p:pic>
        <p:nvPicPr>
          <p:cNvPr id="16" name="Image 1" descr="https://kimi-img.moonshot.cn/pub/slides/26-03-26-08:37:53-d727vodnfo2oqp965b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70097"/>
            <a:ext cx="3050389" cy="756196"/>
          </a:xfrm>
          <a:prstGeom prst="rect">
            <a:avLst/>
          </a:prstGeom>
        </p:spPr>
      </p:pic>
      <p:pic>
        <p:nvPicPr>
          <p:cNvPr id="17" name="Image 2" descr="https://kimi-img.moonshot.cn/pub/slides/26-03-26-08:39:03-d72809p40tj2qhi2oo5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39807"/>
            <a:ext cx="3050389" cy="763902"/>
          </a:xfrm>
          <a:prstGeom prst="rect">
            <a:avLst/>
          </a:prstGeom>
        </p:spPr>
      </p:pic>
      <p:pic>
        <p:nvPicPr>
          <p:cNvPr id="18" name="Image 3" descr="https://kimi-img.moonshot.cn/pub/slides/26-03-26-08:40:26-d7280ug5jtdudplf61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95477"/>
            <a:ext cx="3050389" cy="746460"/>
          </a:xfrm>
          <a:prstGeom prst="rect">
            <a:avLst/>
          </a:prstGeom>
        </p:spPr>
      </p:pic>
      <p:pic>
        <p:nvPicPr>
          <p:cNvPr id="19" name="Image 4" descr="https://kimi-img.moonshot.cn/pub/slides/26-03-26-08:43:48-d7282h3kvk6nv6k4pok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391" y="2833616"/>
            <a:ext cx="4736134" cy="2807293"/>
          </a:xfrm>
          <a:prstGeom prst="rect">
            <a:avLst/>
          </a:prstGeom>
        </p:spPr>
      </p:pic>
      <p:pic>
        <p:nvPicPr>
          <p:cNvPr id="20" name="Image 5" descr="https://kimi-img.moonshot.cn/pub/slides/26-03-26-08:45:13-d72836efn029c895qm4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964" y="2756756"/>
            <a:ext cx="3656409" cy="1480506"/>
          </a:xfrm>
          <a:prstGeom prst="rect">
            <a:avLst/>
          </a:prstGeom>
        </p:spPr>
      </p:pic>
      <p:pic>
        <p:nvPicPr>
          <p:cNvPr id="21" name="Image 6" descr="https://kimi-img.moonshot.cn/pub/slides/26-03-26-08:46:13-d7283l85jtdudplf7jg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5591" y="4426293"/>
            <a:ext cx="3656409" cy="142350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571500"/>
                </a:lnTo>
                <a:cubicBezTo>
                  <a:pt x="76200" y="592528"/>
                  <a:pt x="59128" y="609600"/>
                  <a:pt x="38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/>
              </a:gs>
              <a:gs pos="0">
                <a:srgbClr val="FFFFFF"/>
              </a:gs>
              <a:gs pos="100000">
                <a:srgbClr val="5E8B7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FONCTIONNEMENT ET LOGIQUE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858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IA Autonomes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28763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552577"/>
                </a:lnTo>
                <a:cubicBezTo>
                  <a:pt x="5610225" y="1615702"/>
                  <a:pt x="5559052" y="1666875"/>
                  <a:pt x="5495927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743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724025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Classiques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75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5825" y="21431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prompt nécessaire pour chaque action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486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85825" y="24479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 humaine continue requise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790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8D99AE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5825" y="2752725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 de planification autonome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0775" y="1533525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114307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D8C">
                  <a:alpha val="10000"/>
                </a:srgbClr>
              </a:gs>
            </a:gsLst>
            <a:lin ang="2700000" scaled="1"/>
          </a:gradFill>
          <a:ln w="254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9375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6800850" y="17335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Autonomes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9850" y="2190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0" y="215265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étapes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1985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6705600" y="245745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Utilisation d'outils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(web, code)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9850" y="2800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6705600" y="27622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agents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3395663"/>
            <a:ext cx="11420475" cy="3076575"/>
          </a:xfrm>
          <a:custGeom>
            <a:avLst/>
            <a:gdLst/>
            <a:ahLst/>
            <a:cxnLst/>
            <a:rect l="l" t="t" r="r" b="b"/>
            <a:pathLst>
              <a:path w="11420475" h="307657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2962280"/>
                </a:lnTo>
                <a:cubicBezTo>
                  <a:pt x="11420475" y="3025403"/>
                  <a:pt x="11369303" y="3076575"/>
                  <a:pt x="11306180" y="3076575"/>
                </a:cubicBezTo>
                <a:lnTo>
                  <a:pt x="114295" y="3076575"/>
                </a:lnTo>
                <a:cubicBezTo>
                  <a:pt x="51172" y="3076575"/>
                  <a:pt x="0" y="3025403"/>
                  <a:pt x="0" y="29622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15000"/>
                </a:srgbClr>
              </a:gs>
              <a:gs pos="100000">
                <a:srgbClr val="5E8B7E">
                  <a:alpha val="10000"/>
                </a:srgbClr>
              </a:gs>
            </a:gsLst>
            <a:lin ang="0" scaled="1"/>
          </a:gra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838" y="3629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5" name="Text 23"/>
          <p:cNvSpPr/>
          <p:nvPr/>
        </p:nvSpPr>
        <p:spPr>
          <a:xfrm>
            <a:off x="819150" y="3590925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Technique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63725" y="4010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54225" y="4200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8" name="Text 26"/>
          <p:cNvSpPr/>
          <p:nvPr/>
        </p:nvSpPr>
        <p:spPr>
          <a:xfrm>
            <a:off x="2140669" y="47339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2124" y="5000625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Cerveau pour dériver les étapes logiques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91126" y="4010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53051" y="42005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5641628" y="4733925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29398" y="5000625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AutoGPT, BabyAGI, LangChain, LlamaIndex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518600" y="4010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709100" y="4200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6" name="Text 34"/>
          <p:cNvSpPr/>
          <p:nvPr/>
        </p:nvSpPr>
        <p:spPr>
          <a:xfrm>
            <a:off x="9580290" y="4733925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01323" y="5000625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Boucles de raisonnement et action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1025" y="5348288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0" y="0"/>
                </a:moveTo>
                <a:lnTo>
                  <a:pt x="11029950" y="0"/>
                </a:lnTo>
                <a:lnTo>
                  <a:pt x="1102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32250" y="5524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4689425" y="55054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Exécution de code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01122" y="552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248772" y="550545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web autonome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571500"/>
                </a:lnTo>
                <a:cubicBezTo>
                  <a:pt x="76200" y="592528"/>
                  <a:pt x="59128" y="609600"/>
                  <a:pt x="381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/>
              </a:gs>
              <a:gs pos="0">
                <a:srgbClr val="FFFFFF"/>
              </a:gs>
              <a:gs pos="100000">
                <a:srgbClr val="4A6D8C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OUTILS ET CAS D'USAGE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858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Défis et Risques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28763"/>
            <a:ext cx="5591175" cy="2295525"/>
          </a:xfrm>
          <a:custGeom>
            <a:avLst/>
            <a:gdLst/>
            <a:ahLst/>
            <a:cxnLst/>
            <a:rect l="l" t="t" r="r" b="b"/>
            <a:pathLst>
              <a:path w="5591175" h="2295525">
                <a:moveTo>
                  <a:pt x="114294" y="0"/>
                </a:moveTo>
                <a:lnTo>
                  <a:pt x="5476881" y="0"/>
                </a:lnTo>
                <a:cubicBezTo>
                  <a:pt x="5540004" y="0"/>
                  <a:pt x="5591175" y="51171"/>
                  <a:pt x="5591175" y="114294"/>
                </a:cubicBezTo>
                <a:lnTo>
                  <a:pt x="5591175" y="2181231"/>
                </a:lnTo>
                <a:cubicBezTo>
                  <a:pt x="5591175" y="2244354"/>
                  <a:pt x="5540004" y="2295525"/>
                  <a:pt x="547688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7240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Concrètes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162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2463" y="22479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6669" y="25003"/>
                </a:moveTo>
                <a:cubicBezTo>
                  <a:pt x="16669" y="15809"/>
                  <a:pt x="24144" y="8334"/>
                  <a:pt x="33337" y="8334"/>
                </a:cubicBezTo>
                <a:lnTo>
                  <a:pt x="133350" y="8334"/>
                </a:lnTo>
                <a:cubicBezTo>
                  <a:pt x="142544" y="8334"/>
                  <a:pt x="150019" y="15809"/>
                  <a:pt x="150019" y="25003"/>
                </a:cubicBezTo>
                <a:lnTo>
                  <a:pt x="150019" y="87511"/>
                </a:lnTo>
                <a:lnTo>
                  <a:pt x="133350" y="87511"/>
                </a:lnTo>
                <a:lnTo>
                  <a:pt x="133350" y="25003"/>
                </a:lnTo>
                <a:lnTo>
                  <a:pt x="33337" y="25003"/>
                </a:lnTo>
                <a:lnTo>
                  <a:pt x="33337" y="87511"/>
                </a:lnTo>
                <a:lnTo>
                  <a:pt x="16669" y="87511"/>
                </a:lnTo>
                <a:lnTo>
                  <a:pt x="16669" y="25003"/>
                </a:lnTo>
                <a:close/>
                <a:moveTo>
                  <a:pt x="0" y="105013"/>
                </a:moveTo>
                <a:cubicBezTo>
                  <a:pt x="0" y="102252"/>
                  <a:pt x="2240" y="100013"/>
                  <a:pt x="5001" y="100013"/>
                </a:cubicBezTo>
                <a:lnTo>
                  <a:pt x="161687" y="100013"/>
                </a:lnTo>
                <a:cubicBezTo>
                  <a:pt x="164448" y="100013"/>
                  <a:pt x="166688" y="102252"/>
                  <a:pt x="166688" y="105013"/>
                </a:cubicBezTo>
                <a:cubicBezTo>
                  <a:pt x="166688" y="116056"/>
                  <a:pt x="157728" y="125016"/>
                  <a:pt x="146685" y="125016"/>
                </a:cubicBezTo>
                <a:lnTo>
                  <a:pt x="20003" y="125016"/>
                </a:lnTo>
                <a:cubicBezTo>
                  <a:pt x="8959" y="125016"/>
                  <a:pt x="0" y="116056"/>
                  <a:pt x="0" y="105013"/>
                </a:cubicBezTo>
                <a:close/>
                <a:moveTo>
                  <a:pt x="73186" y="54434"/>
                </a:moveTo>
                <a:lnTo>
                  <a:pt x="65112" y="62508"/>
                </a:lnTo>
                <a:lnTo>
                  <a:pt x="73186" y="70582"/>
                </a:lnTo>
                <a:cubicBezTo>
                  <a:pt x="75634" y="73030"/>
                  <a:pt x="75634" y="76989"/>
                  <a:pt x="73186" y="79411"/>
                </a:cubicBezTo>
                <a:cubicBezTo>
                  <a:pt x="70738" y="81833"/>
                  <a:pt x="66779" y="81859"/>
                  <a:pt x="64357" y="79411"/>
                </a:cubicBezTo>
                <a:lnTo>
                  <a:pt x="51855" y="66909"/>
                </a:lnTo>
                <a:cubicBezTo>
                  <a:pt x="49407" y="64461"/>
                  <a:pt x="49407" y="60502"/>
                  <a:pt x="51855" y="58080"/>
                </a:cubicBezTo>
                <a:lnTo>
                  <a:pt x="64357" y="45579"/>
                </a:lnTo>
                <a:cubicBezTo>
                  <a:pt x="66805" y="43130"/>
                  <a:pt x="70764" y="43130"/>
                  <a:pt x="73186" y="45579"/>
                </a:cubicBezTo>
                <a:cubicBezTo>
                  <a:pt x="75608" y="48027"/>
                  <a:pt x="75634" y="51986"/>
                  <a:pt x="73186" y="54408"/>
                </a:cubicBezTo>
                <a:close/>
                <a:moveTo>
                  <a:pt x="102357" y="45579"/>
                </a:moveTo>
                <a:lnTo>
                  <a:pt x="114858" y="58080"/>
                </a:lnTo>
                <a:cubicBezTo>
                  <a:pt x="117306" y="60528"/>
                  <a:pt x="117306" y="64487"/>
                  <a:pt x="114858" y="66909"/>
                </a:cubicBezTo>
                <a:lnTo>
                  <a:pt x="102357" y="79411"/>
                </a:lnTo>
                <a:cubicBezTo>
                  <a:pt x="99908" y="81859"/>
                  <a:pt x="95949" y="81859"/>
                  <a:pt x="93527" y="79411"/>
                </a:cubicBezTo>
                <a:cubicBezTo>
                  <a:pt x="91105" y="76963"/>
                  <a:pt x="91079" y="73004"/>
                  <a:pt x="93527" y="70582"/>
                </a:cubicBezTo>
                <a:lnTo>
                  <a:pt x="101601" y="62508"/>
                </a:lnTo>
                <a:lnTo>
                  <a:pt x="93527" y="54434"/>
                </a:lnTo>
                <a:cubicBezTo>
                  <a:pt x="91079" y="51986"/>
                  <a:pt x="91079" y="48027"/>
                  <a:pt x="93527" y="45605"/>
                </a:cubicBezTo>
                <a:cubicBezTo>
                  <a:pt x="95976" y="43182"/>
                  <a:pt x="99934" y="43156"/>
                  <a:pt x="102357" y="4560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1000125" y="21431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23717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Software Engineer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2695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9131" y="2781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9230" y="2448"/>
                </a:moveTo>
                <a:cubicBezTo>
                  <a:pt x="85974" y="-807"/>
                  <a:pt x="80687" y="-807"/>
                  <a:pt x="77432" y="2448"/>
                </a:cubicBezTo>
                <a:cubicBezTo>
                  <a:pt x="74176" y="5704"/>
                  <a:pt x="74176" y="10991"/>
                  <a:pt x="77432" y="14247"/>
                </a:cubicBezTo>
                <a:lnTo>
                  <a:pt x="79880" y="16669"/>
                </a:lnTo>
                <a:lnTo>
                  <a:pt x="7319" y="89230"/>
                </a:lnTo>
                <a:cubicBezTo>
                  <a:pt x="2631" y="93918"/>
                  <a:pt x="0" y="100273"/>
                  <a:pt x="0" y="106914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26436" y="133350"/>
                </a:lnTo>
                <a:cubicBezTo>
                  <a:pt x="33077" y="133350"/>
                  <a:pt x="39432" y="130719"/>
                  <a:pt x="44120" y="126031"/>
                </a:cubicBezTo>
                <a:lnTo>
                  <a:pt x="116681" y="53470"/>
                </a:lnTo>
                <a:lnTo>
                  <a:pt x="119129" y="55918"/>
                </a:lnTo>
                <a:cubicBezTo>
                  <a:pt x="122385" y="59174"/>
                  <a:pt x="127672" y="59174"/>
                  <a:pt x="130928" y="55918"/>
                </a:cubicBezTo>
                <a:cubicBezTo>
                  <a:pt x="134183" y="52663"/>
                  <a:pt x="134183" y="47376"/>
                  <a:pt x="130928" y="44120"/>
                </a:cubicBezTo>
                <a:lnTo>
                  <a:pt x="89256" y="2448"/>
                </a:lnTo>
                <a:close/>
                <a:moveTo>
                  <a:pt x="53470" y="66675"/>
                </a:moveTo>
                <a:lnTo>
                  <a:pt x="91678" y="28467"/>
                </a:lnTo>
                <a:lnTo>
                  <a:pt x="104883" y="41672"/>
                </a:lnTo>
                <a:lnTo>
                  <a:pt x="79880" y="66675"/>
                </a:lnTo>
                <a:lnTo>
                  <a:pt x="53444" y="666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267652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QA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290512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Automatisation des tests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3228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9131" y="3314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6184" y="-8074"/>
                </a:moveTo>
                <a:cubicBezTo>
                  <a:pt x="99283" y="-8985"/>
                  <a:pt x="102539" y="-7371"/>
                  <a:pt x="103737" y="-4454"/>
                </a:cubicBezTo>
                <a:lnTo>
                  <a:pt x="103945" y="-3855"/>
                </a:lnTo>
                <a:lnTo>
                  <a:pt x="114363" y="31566"/>
                </a:lnTo>
                <a:cubicBezTo>
                  <a:pt x="115014" y="33754"/>
                  <a:pt x="114389" y="36124"/>
                  <a:pt x="112775" y="37739"/>
                </a:cubicBezTo>
                <a:lnTo>
                  <a:pt x="96080" y="54434"/>
                </a:lnTo>
                <a:lnTo>
                  <a:pt x="115978" y="49017"/>
                </a:lnTo>
                <a:lnTo>
                  <a:pt x="121161" y="33442"/>
                </a:lnTo>
                <a:lnTo>
                  <a:pt x="121395" y="32843"/>
                </a:lnTo>
                <a:cubicBezTo>
                  <a:pt x="122698" y="29952"/>
                  <a:pt x="126005" y="28467"/>
                  <a:pt x="129079" y="29483"/>
                </a:cubicBezTo>
                <a:cubicBezTo>
                  <a:pt x="132152" y="30499"/>
                  <a:pt x="133897" y="33676"/>
                  <a:pt x="133194" y="36775"/>
                </a:cubicBezTo>
                <a:lnTo>
                  <a:pt x="133011" y="37401"/>
                </a:lnTo>
                <a:lnTo>
                  <a:pt x="126761" y="56153"/>
                </a:lnTo>
                <a:cubicBezTo>
                  <a:pt x="126110" y="58132"/>
                  <a:pt x="124495" y="59643"/>
                  <a:pt x="122463" y="60216"/>
                </a:cubicBezTo>
                <a:lnTo>
                  <a:pt x="98736" y="66675"/>
                </a:lnTo>
                <a:lnTo>
                  <a:pt x="122463" y="73134"/>
                </a:lnTo>
                <a:cubicBezTo>
                  <a:pt x="124469" y="73681"/>
                  <a:pt x="126083" y="75218"/>
                  <a:pt x="126761" y="77197"/>
                </a:cubicBezTo>
                <a:lnTo>
                  <a:pt x="133011" y="95949"/>
                </a:lnTo>
                <a:lnTo>
                  <a:pt x="133194" y="96575"/>
                </a:lnTo>
                <a:cubicBezTo>
                  <a:pt x="133897" y="99674"/>
                  <a:pt x="132126" y="102851"/>
                  <a:pt x="129079" y="103867"/>
                </a:cubicBezTo>
                <a:cubicBezTo>
                  <a:pt x="126005" y="104883"/>
                  <a:pt x="122698" y="103398"/>
                  <a:pt x="121395" y="100507"/>
                </a:cubicBezTo>
                <a:lnTo>
                  <a:pt x="121161" y="99908"/>
                </a:lnTo>
                <a:lnTo>
                  <a:pt x="115978" y="84333"/>
                </a:lnTo>
                <a:lnTo>
                  <a:pt x="96080" y="78916"/>
                </a:lnTo>
                <a:lnTo>
                  <a:pt x="112775" y="95611"/>
                </a:lnTo>
                <a:cubicBezTo>
                  <a:pt x="114363" y="97200"/>
                  <a:pt x="114988" y="99544"/>
                  <a:pt x="114389" y="101705"/>
                </a:cubicBezTo>
                <a:lnTo>
                  <a:pt x="103971" y="139210"/>
                </a:lnTo>
                <a:lnTo>
                  <a:pt x="103763" y="139809"/>
                </a:lnTo>
                <a:cubicBezTo>
                  <a:pt x="102617" y="142752"/>
                  <a:pt x="99387" y="144419"/>
                  <a:pt x="96262" y="143560"/>
                </a:cubicBezTo>
                <a:cubicBezTo>
                  <a:pt x="93137" y="142700"/>
                  <a:pt x="91235" y="139601"/>
                  <a:pt x="91782" y="136475"/>
                </a:cubicBezTo>
                <a:lnTo>
                  <a:pt x="91913" y="135850"/>
                </a:lnTo>
                <a:lnTo>
                  <a:pt x="101341" y="101862"/>
                </a:lnTo>
                <a:lnTo>
                  <a:pt x="91652" y="92173"/>
                </a:lnTo>
                <a:cubicBezTo>
                  <a:pt x="91418" y="105742"/>
                  <a:pt x="80323" y="116681"/>
                  <a:pt x="66675" y="116681"/>
                </a:cubicBezTo>
                <a:cubicBezTo>
                  <a:pt x="53027" y="116681"/>
                  <a:pt x="41932" y="105742"/>
                  <a:pt x="41672" y="92173"/>
                </a:cubicBezTo>
                <a:lnTo>
                  <a:pt x="32035" y="101810"/>
                </a:lnTo>
                <a:lnTo>
                  <a:pt x="41411" y="133663"/>
                </a:lnTo>
                <a:lnTo>
                  <a:pt x="41568" y="134288"/>
                </a:lnTo>
                <a:cubicBezTo>
                  <a:pt x="42141" y="137387"/>
                  <a:pt x="40291" y="140512"/>
                  <a:pt x="37192" y="141424"/>
                </a:cubicBezTo>
                <a:cubicBezTo>
                  <a:pt x="34093" y="142335"/>
                  <a:pt x="30837" y="140721"/>
                  <a:pt x="29639" y="137804"/>
                </a:cubicBezTo>
                <a:lnTo>
                  <a:pt x="29431" y="137205"/>
                </a:lnTo>
                <a:lnTo>
                  <a:pt x="19013" y="101784"/>
                </a:lnTo>
                <a:cubicBezTo>
                  <a:pt x="18362" y="99596"/>
                  <a:pt x="18987" y="97226"/>
                  <a:pt x="20602" y="95585"/>
                </a:cubicBezTo>
                <a:lnTo>
                  <a:pt x="37296" y="78890"/>
                </a:lnTo>
                <a:lnTo>
                  <a:pt x="17398" y="84307"/>
                </a:lnTo>
                <a:lnTo>
                  <a:pt x="12215" y="99882"/>
                </a:lnTo>
                <a:lnTo>
                  <a:pt x="11981" y="100481"/>
                </a:lnTo>
                <a:cubicBezTo>
                  <a:pt x="10678" y="103372"/>
                  <a:pt x="7371" y="104857"/>
                  <a:pt x="4297" y="103841"/>
                </a:cubicBezTo>
                <a:cubicBezTo>
                  <a:pt x="1224" y="102825"/>
                  <a:pt x="-521" y="99648"/>
                  <a:pt x="182" y="96549"/>
                </a:cubicBezTo>
                <a:lnTo>
                  <a:pt x="365" y="95923"/>
                </a:lnTo>
                <a:lnTo>
                  <a:pt x="6615" y="77171"/>
                </a:lnTo>
                <a:cubicBezTo>
                  <a:pt x="7267" y="75192"/>
                  <a:pt x="8881" y="73681"/>
                  <a:pt x="10913" y="73108"/>
                </a:cubicBezTo>
                <a:lnTo>
                  <a:pt x="34640" y="66649"/>
                </a:lnTo>
                <a:lnTo>
                  <a:pt x="10913" y="60190"/>
                </a:lnTo>
                <a:cubicBezTo>
                  <a:pt x="8907" y="59643"/>
                  <a:pt x="7293" y="58106"/>
                  <a:pt x="6615" y="56127"/>
                </a:cubicBezTo>
                <a:lnTo>
                  <a:pt x="365" y="37374"/>
                </a:lnTo>
                <a:lnTo>
                  <a:pt x="182" y="36749"/>
                </a:lnTo>
                <a:cubicBezTo>
                  <a:pt x="-521" y="33650"/>
                  <a:pt x="1250" y="30473"/>
                  <a:pt x="4297" y="29457"/>
                </a:cubicBezTo>
                <a:cubicBezTo>
                  <a:pt x="7345" y="28441"/>
                  <a:pt x="10678" y="29926"/>
                  <a:pt x="11981" y="32817"/>
                </a:cubicBezTo>
                <a:lnTo>
                  <a:pt x="12215" y="33416"/>
                </a:lnTo>
                <a:lnTo>
                  <a:pt x="17398" y="48990"/>
                </a:lnTo>
                <a:lnTo>
                  <a:pt x="37296" y="54408"/>
                </a:lnTo>
                <a:lnTo>
                  <a:pt x="20602" y="37713"/>
                </a:lnTo>
                <a:cubicBezTo>
                  <a:pt x="18987" y="36098"/>
                  <a:pt x="18388" y="33728"/>
                  <a:pt x="19013" y="31540"/>
                </a:cubicBezTo>
                <a:lnTo>
                  <a:pt x="29431" y="-3881"/>
                </a:lnTo>
                <a:lnTo>
                  <a:pt x="29639" y="-4480"/>
                </a:lnTo>
                <a:cubicBezTo>
                  <a:pt x="30837" y="-7423"/>
                  <a:pt x="34093" y="-9012"/>
                  <a:pt x="37192" y="-8100"/>
                </a:cubicBezTo>
                <a:cubicBezTo>
                  <a:pt x="40291" y="-7188"/>
                  <a:pt x="42141" y="-4063"/>
                  <a:pt x="41568" y="-964"/>
                </a:cubicBezTo>
                <a:lnTo>
                  <a:pt x="41411" y="-339"/>
                </a:lnTo>
                <a:lnTo>
                  <a:pt x="32035" y="31514"/>
                </a:lnTo>
                <a:lnTo>
                  <a:pt x="45839" y="45318"/>
                </a:lnTo>
                <a:cubicBezTo>
                  <a:pt x="46100" y="34041"/>
                  <a:pt x="55319" y="24977"/>
                  <a:pt x="66649" y="24977"/>
                </a:cubicBezTo>
                <a:cubicBezTo>
                  <a:pt x="77978" y="24977"/>
                  <a:pt x="87198" y="34041"/>
                  <a:pt x="87459" y="45344"/>
                </a:cubicBezTo>
                <a:lnTo>
                  <a:pt x="101289" y="31514"/>
                </a:lnTo>
                <a:lnTo>
                  <a:pt x="91913" y="-339"/>
                </a:lnTo>
                <a:lnTo>
                  <a:pt x="91756" y="-964"/>
                </a:lnTo>
                <a:cubicBezTo>
                  <a:pt x="91183" y="-4089"/>
                  <a:pt x="93032" y="-7188"/>
                  <a:pt x="96132" y="-81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0125" y="3209925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Scraping Web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0125" y="343852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 intelligente de données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986213"/>
            <a:ext cx="5591175" cy="2486025"/>
          </a:xfrm>
          <a:custGeom>
            <a:avLst/>
            <a:gdLst/>
            <a:ahLst/>
            <a:cxnLst/>
            <a:rect l="l" t="t" r="r" b="b"/>
            <a:pathLst>
              <a:path w="5591175" h="248602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2371718"/>
                </a:lnTo>
                <a:cubicBezTo>
                  <a:pt x="5591175" y="2434848"/>
                  <a:pt x="5539998" y="2486025"/>
                  <a:pt x="547686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553" y="47244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" y="4672013"/>
            <a:ext cx="50101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entreprises intègrent ces agents pour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automatiser des workflows complexes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tests logiciels autonomes, recherche de vulnérabilités, gestion de service client autonome de bout en bout.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5063" y="1528763"/>
            <a:ext cx="5591175" cy="1724025"/>
          </a:xfrm>
          <a:custGeom>
            <a:avLst/>
            <a:gdLst/>
            <a:ahLst/>
            <a:cxnLst/>
            <a:rect l="l" t="t" r="r" b="b"/>
            <a:pathLst>
              <a:path w="5591175" h="1724025">
                <a:moveTo>
                  <a:pt x="114303" y="0"/>
                </a:moveTo>
                <a:lnTo>
                  <a:pt x="5476872" y="0"/>
                </a:lnTo>
                <a:cubicBezTo>
                  <a:pt x="5539958" y="0"/>
                  <a:pt x="5591175" y="51217"/>
                  <a:pt x="5591175" y="114303"/>
                </a:cubicBezTo>
                <a:lnTo>
                  <a:pt x="5591175" y="1609722"/>
                </a:lnTo>
                <a:cubicBezTo>
                  <a:pt x="5591175" y="1672808"/>
                  <a:pt x="5539958" y="1724025"/>
                  <a:pt x="5476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41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5" name="Text 23"/>
          <p:cNvSpPr/>
          <p:nvPr/>
        </p:nvSpPr>
        <p:spPr>
          <a:xfrm>
            <a:off x="6648450" y="17240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Défis Majeurs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9375" y="218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6715125" y="2143125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Sécurité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Jailbreaking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937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715125" y="248602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Dérive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objectifs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2867025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6715125" y="282892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Coût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requêtes API (Tokens)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5063" y="3414713"/>
            <a:ext cx="5591175" cy="3057525"/>
          </a:xfrm>
          <a:custGeom>
            <a:avLst/>
            <a:gdLst/>
            <a:ahLst/>
            <a:cxnLst/>
            <a:rect l="l" t="t" r="r" b="b"/>
            <a:pathLst>
              <a:path w="5591175" h="3057525">
                <a:moveTo>
                  <a:pt x="114290" y="0"/>
                </a:moveTo>
                <a:lnTo>
                  <a:pt x="5476885" y="0"/>
                </a:lnTo>
                <a:cubicBezTo>
                  <a:pt x="5540005" y="0"/>
                  <a:pt x="5591175" y="51170"/>
                  <a:pt x="5591175" y="114290"/>
                </a:cubicBezTo>
                <a:lnTo>
                  <a:pt x="5591175" y="2943235"/>
                </a:lnTo>
                <a:cubicBezTo>
                  <a:pt x="5591175" y="3006355"/>
                  <a:pt x="5540005" y="3057525"/>
                  <a:pt x="5476885" y="3057525"/>
                </a:cubicBezTo>
                <a:lnTo>
                  <a:pt x="114290" y="3057525"/>
                </a:lnTo>
                <a:cubicBezTo>
                  <a:pt x="51170" y="3057525"/>
                  <a:pt x="0" y="3006355"/>
                  <a:pt x="0" y="29432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2231" y="3648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6018" y="12836"/>
                </a:moveTo>
                <a:cubicBezTo>
                  <a:pt x="160734" y="9079"/>
                  <a:pt x="153553" y="11125"/>
                  <a:pt x="150316" y="16743"/>
                </a:cubicBezTo>
                <a:lnTo>
                  <a:pt x="123379" y="63364"/>
                </a:lnTo>
                <a:cubicBezTo>
                  <a:pt x="135024" y="69242"/>
                  <a:pt x="143024" y="81335"/>
                  <a:pt x="143024" y="95250"/>
                </a:cubicBezTo>
                <a:lnTo>
                  <a:pt x="196602" y="95250"/>
                </a:lnTo>
                <a:cubicBezTo>
                  <a:pt x="203188" y="95250"/>
                  <a:pt x="208583" y="89892"/>
                  <a:pt x="207801" y="83381"/>
                </a:cubicBezTo>
                <a:cubicBezTo>
                  <a:pt x="204415" y="54322"/>
                  <a:pt x="188677" y="29021"/>
                  <a:pt x="166018" y="12836"/>
                </a:cubicBezTo>
                <a:close/>
                <a:moveTo>
                  <a:pt x="64257" y="16706"/>
                </a:moveTo>
                <a:cubicBezTo>
                  <a:pt x="61020" y="11088"/>
                  <a:pt x="53839" y="9041"/>
                  <a:pt x="48555" y="12836"/>
                </a:cubicBezTo>
                <a:cubicBezTo>
                  <a:pt x="25896" y="28984"/>
                  <a:pt x="10158" y="54285"/>
                  <a:pt x="6772" y="83381"/>
                </a:cubicBezTo>
                <a:cubicBezTo>
                  <a:pt x="5990" y="89892"/>
                  <a:pt x="11423" y="95250"/>
                  <a:pt x="17971" y="95250"/>
                </a:cubicBezTo>
                <a:lnTo>
                  <a:pt x="71549" y="95250"/>
                </a:lnTo>
                <a:cubicBezTo>
                  <a:pt x="71549" y="81297"/>
                  <a:pt x="79549" y="69242"/>
                  <a:pt x="91194" y="63364"/>
                </a:cubicBezTo>
                <a:lnTo>
                  <a:pt x="64257" y="16706"/>
                </a:lnTo>
                <a:close/>
                <a:moveTo>
                  <a:pt x="60759" y="171785"/>
                </a:moveTo>
                <a:cubicBezTo>
                  <a:pt x="57522" y="177403"/>
                  <a:pt x="59345" y="184621"/>
                  <a:pt x="65224" y="187337"/>
                </a:cubicBezTo>
                <a:cubicBezTo>
                  <a:pt x="78023" y="193179"/>
                  <a:pt x="92273" y="196453"/>
                  <a:pt x="107268" y="196453"/>
                </a:cubicBezTo>
                <a:cubicBezTo>
                  <a:pt x="122262" y="196453"/>
                  <a:pt x="136513" y="193179"/>
                  <a:pt x="149312" y="187337"/>
                </a:cubicBezTo>
                <a:cubicBezTo>
                  <a:pt x="155191" y="184658"/>
                  <a:pt x="157014" y="177403"/>
                  <a:pt x="153777" y="171785"/>
                </a:cubicBezTo>
                <a:lnTo>
                  <a:pt x="126876" y="125127"/>
                </a:lnTo>
                <a:cubicBezTo>
                  <a:pt x="121258" y="128811"/>
                  <a:pt x="114523" y="130969"/>
                  <a:pt x="107305" y="130969"/>
                </a:cubicBezTo>
                <a:cubicBezTo>
                  <a:pt x="100087" y="130969"/>
                  <a:pt x="93352" y="128811"/>
                  <a:pt x="87734" y="125127"/>
                </a:cubicBezTo>
                <a:lnTo>
                  <a:pt x="60759" y="171785"/>
                </a:lnTo>
                <a:close/>
                <a:moveTo>
                  <a:pt x="107268" y="113109"/>
                </a:moveTo>
                <a:cubicBezTo>
                  <a:pt x="113648" y="113063"/>
                  <a:pt x="119519" y="109616"/>
                  <a:pt x="122669" y="104067"/>
                </a:cubicBezTo>
                <a:cubicBezTo>
                  <a:pt x="125819" y="98518"/>
                  <a:pt x="125770" y="91710"/>
                  <a:pt x="122539" y="86208"/>
                </a:cubicBezTo>
                <a:cubicBezTo>
                  <a:pt x="119309" y="80705"/>
                  <a:pt x="113388" y="77344"/>
                  <a:pt x="107007" y="77391"/>
                </a:cubicBezTo>
                <a:cubicBezTo>
                  <a:pt x="97151" y="77462"/>
                  <a:pt x="89206" y="85523"/>
                  <a:pt x="89278" y="95380"/>
                </a:cubicBezTo>
                <a:cubicBezTo>
                  <a:pt x="89350" y="105237"/>
                  <a:pt x="97411" y="113181"/>
                  <a:pt x="107268" y="11310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Text 32"/>
          <p:cNvSpPr/>
          <p:nvPr/>
        </p:nvSpPr>
        <p:spPr>
          <a:xfrm>
            <a:off x="6648450" y="36099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Risques Critiques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325" y="40671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6715125" y="40290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Boucles infinies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9850" y="44100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75" y="-4762"/>
                </a:moveTo>
                <a:cubicBezTo>
                  <a:pt x="144929" y="-4762"/>
                  <a:pt x="146745" y="-3453"/>
                  <a:pt x="147399" y="-1518"/>
                </a:cubicBezTo>
                <a:lnTo>
                  <a:pt x="151418" y="10507"/>
                </a:lnTo>
                <a:lnTo>
                  <a:pt x="163443" y="14526"/>
                </a:lnTo>
                <a:cubicBezTo>
                  <a:pt x="165378" y="15180"/>
                  <a:pt x="166688" y="16996"/>
                  <a:pt x="166688" y="19050"/>
                </a:cubicBezTo>
                <a:cubicBezTo>
                  <a:pt x="166688" y="21104"/>
                  <a:pt x="165378" y="22920"/>
                  <a:pt x="163443" y="23574"/>
                </a:cubicBezTo>
                <a:lnTo>
                  <a:pt x="151418" y="27593"/>
                </a:lnTo>
                <a:lnTo>
                  <a:pt x="147399" y="39618"/>
                </a:lnTo>
                <a:cubicBezTo>
                  <a:pt x="146745" y="41553"/>
                  <a:pt x="144929" y="42863"/>
                  <a:pt x="142875" y="42863"/>
                </a:cubicBezTo>
                <a:cubicBezTo>
                  <a:pt x="140821" y="42863"/>
                  <a:pt x="139005" y="41553"/>
                  <a:pt x="138351" y="39618"/>
                </a:cubicBezTo>
                <a:lnTo>
                  <a:pt x="134332" y="27593"/>
                </a:lnTo>
                <a:lnTo>
                  <a:pt x="122307" y="23574"/>
                </a:lnTo>
                <a:cubicBezTo>
                  <a:pt x="120372" y="22920"/>
                  <a:pt x="119062" y="21104"/>
                  <a:pt x="119062" y="19050"/>
                </a:cubicBezTo>
                <a:cubicBezTo>
                  <a:pt x="119062" y="16996"/>
                  <a:pt x="120372" y="15180"/>
                  <a:pt x="122307" y="14526"/>
                </a:cubicBezTo>
                <a:lnTo>
                  <a:pt x="134332" y="10507"/>
                </a:lnTo>
                <a:lnTo>
                  <a:pt x="138351" y="-1518"/>
                </a:lnTo>
                <a:cubicBezTo>
                  <a:pt x="139005" y="-3453"/>
                  <a:pt x="140821" y="-4762"/>
                  <a:pt x="142875" y="-4762"/>
                </a:cubicBezTo>
                <a:close/>
                <a:moveTo>
                  <a:pt x="95667" y="28992"/>
                </a:moveTo>
                <a:cubicBezTo>
                  <a:pt x="99387" y="25271"/>
                  <a:pt x="105430" y="25271"/>
                  <a:pt x="109151" y="28992"/>
                </a:cubicBezTo>
                <a:lnTo>
                  <a:pt x="132963" y="52804"/>
                </a:lnTo>
                <a:cubicBezTo>
                  <a:pt x="136684" y="56525"/>
                  <a:pt x="136684" y="62567"/>
                  <a:pt x="132963" y="66288"/>
                </a:cubicBezTo>
                <a:lnTo>
                  <a:pt x="129719" y="69533"/>
                </a:lnTo>
                <a:cubicBezTo>
                  <a:pt x="132070" y="76081"/>
                  <a:pt x="133350" y="83135"/>
                  <a:pt x="133350" y="90517"/>
                </a:cubicBezTo>
                <a:cubicBezTo>
                  <a:pt x="133350" y="124718"/>
                  <a:pt x="105638" y="152430"/>
                  <a:pt x="71438" y="152430"/>
                </a:cubicBezTo>
                <a:cubicBezTo>
                  <a:pt x="37237" y="152430"/>
                  <a:pt x="9525" y="124688"/>
                  <a:pt x="9525" y="90488"/>
                </a:cubicBezTo>
                <a:cubicBezTo>
                  <a:pt x="9525" y="56287"/>
                  <a:pt x="37237" y="28575"/>
                  <a:pt x="71438" y="28575"/>
                </a:cubicBezTo>
                <a:cubicBezTo>
                  <a:pt x="78790" y="28575"/>
                  <a:pt x="85874" y="29855"/>
                  <a:pt x="92422" y="32236"/>
                </a:cubicBezTo>
                <a:lnTo>
                  <a:pt x="95667" y="28992"/>
                </a:lnTo>
                <a:close/>
                <a:moveTo>
                  <a:pt x="42863" y="90488"/>
                </a:moveTo>
                <a:cubicBezTo>
                  <a:pt x="42863" y="74712"/>
                  <a:pt x="55662" y="61912"/>
                  <a:pt x="71438" y="61912"/>
                </a:cubicBezTo>
                <a:cubicBezTo>
                  <a:pt x="75396" y="61912"/>
                  <a:pt x="78581" y="58728"/>
                  <a:pt x="78581" y="54769"/>
                </a:cubicBezTo>
                <a:cubicBezTo>
                  <a:pt x="78581" y="50810"/>
                  <a:pt x="75396" y="47625"/>
                  <a:pt x="71438" y="47625"/>
                </a:cubicBezTo>
                <a:cubicBezTo>
                  <a:pt x="47774" y="47625"/>
                  <a:pt x="28575" y="66824"/>
                  <a:pt x="28575" y="90488"/>
                </a:cubicBezTo>
                <a:cubicBezTo>
                  <a:pt x="28575" y="94446"/>
                  <a:pt x="31760" y="97631"/>
                  <a:pt x="35719" y="97631"/>
                </a:cubicBezTo>
                <a:cubicBezTo>
                  <a:pt x="39678" y="97631"/>
                  <a:pt x="42863" y="94446"/>
                  <a:pt x="42863" y="90488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6715125" y="437197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Hallucinations + actions destructrices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850" y="4752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715125" y="47148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Problème d'observabilité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0325" y="5100638"/>
            <a:ext cx="5200650" cy="9525"/>
          </a:xfrm>
          <a:custGeom>
            <a:avLst/>
            <a:gdLst/>
            <a:ahLst/>
            <a:cxnLst/>
            <a:rect l="l" t="t" r="r" b="b"/>
            <a:pathLst>
              <a:path w="5200650" h="9525">
                <a:moveTo>
                  <a:pt x="0" y="0"/>
                </a:moveTo>
                <a:lnTo>
                  <a:pt x="5200650" y="0"/>
                </a:lnTo>
                <a:lnTo>
                  <a:pt x="52006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10325" y="5257800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36531" y="539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877050" y="53721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Nécessité du "Human in the loop"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Technologique - Automatisation des Agents IA</dc:title>
  <dc:subject>Veille Technologique - Automatisation des Agents IA</dc:subject>
  <dc:creator>Kimi</dc:creator>
  <cp:lastModifiedBy>Kimi</cp:lastModifiedBy>
  <cp:revision>1</cp:revision>
  <dcterms:created xsi:type="dcterms:W3CDTF">2026-03-26T00:50:16Z</dcterms:created>
  <dcterms:modified xsi:type="dcterms:W3CDTF">2026-03-26T00:50:16Z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{"Label":"Veille Technologique - Automatisation des Agents IA","ContentProducer":"001191110108MACG2KBH8F10000","ProduceID":"19d278a7-a762-8838-8000-00000b5fe864","ReservedCode1":"","ContentPropagator":"001191110108MACG2KBH8F20000","PropagateID":"19d278a7-a762-8838-8000-00000b5fe864","ReservedCode2":""}</vt:lpwstr>
  </property>
</Properties>
</file>